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5064" r:id="rId1"/>
  </p:sldMasterIdLst>
  <p:notesMasterIdLst>
    <p:notesMasterId r:id="rId22"/>
  </p:notesMasterIdLst>
  <p:sldIdLst>
    <p:sldId id="285" r:id="rId2"/>
    <p:sldId id="266" r:id="rId3"/>
    <p:sldId id="288" r:id="rId4"/>
    <p:sldId id="276" r:id="rId5"/>
    <p:sldId id="299" r:id="rId6"/>
    <p:sldId id="300" r:id="rId7"/>
    <p:sldId id="286" r:id="rId8"/>
    <p:sldId id="278" r:id="rId9"/>
    <p:sldId id="271" r:id="rId10"/>
    <p:sldId id="292" r:id="rId11"/>
    <p:sldId id="294" r:id="rId12"/>
    <p:sldId id="295" r:id="rId13"/>
    <p:sldId id="264" r:id="rId14"/>
    <p:sldId id="280" r:id="rId15"/>
    <p:sldId id="282" r:id="rId16"/>
    <p:sldId id="296" r:id="rId17"/>
    <p:sldId id="297" r:id="rId18"/>
    <p:sldId id="298" r:id="rId19"/>
    <p:sldId id="261" r:id="rId20"/>
    <p:sldId id="26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A0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FD4443E-F989-4FC4-A0C8-D5A2AF1F390B}" styleName="Estilo oscuro 1 - Énfasis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Estilo temático 2 - Énfasis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8ADB43-3C56-4B28-BAC7-DF1500DB8304}" type="doc">
      <dgm:prSet loTypeId="urn:microsoft.com/office/officeart/2005/8/layout/radial4" loCatId="relationship" qsTypeId="urn:microsoft.com/office/officeart/2005/8/quickstyle/3d2" qsCatId="3D" csTypeId="urn:microsoft.com/office/officeart/2005/8/colors/colorful5" csCatId="colorful" phldr="1"/>
      <dgm:spPr/>
      <dgm:t>
        <a:bodyPr/>
        <a:lstStyle/>
        <a:p>
          <a:endParaRPr lang="es-ES"/>
        </a:p>
      </dgm:t>
    </dgm:pt>
    <dgm:pt modelId="{999EF171-936B-455F-903D-D476648DEDED}">
      <dgm:prSet phldrT="[Texto]"/>
      <dgm:spPr/>
      <dgm:t>
        <a:bodyPr/>
        <a:lstStyle/>
        <a:p>
          <a:r>
            <a:rPr lang="es-ES" b="1" dirty="0" smtClean="0"/>
            <a:t>Marco teórico y problema</a:t>
          </a:r>
          <a:endParaRPr lang="es-ES" b="1" dirty="0"/>
        </a:p>
      </dgm:t>
    </dgm:pt>
    <dgm:pt modelId="{B3D4789B-AF8C-4E0B-BC21-9C5C0EE36736}" type="parTrans" cxnId="{446CC8C4-6CAE-4317-9202-C18610090432}">
      <dgm:prSet/>
      <dgm:spPr/>
      <dgm:t>
        <a:bodyPr/>
        <a:lstStyle/>
        <a:p>
          <a:endParaRPr lang="es-ES"/>
        </a:p>
      </dgm:t>
    </dgm:pt>
    <dgm:pt modelId="{2D397A2C-A918-4482-A89A-C447BABF805F}" type="sibTrans" cxnId="{446CC8C4-6CAE-4317-9202-C18610090432}">
      <dgm:prSet/>
      <dgm:spPr/>
      <dgm:t>
        <a:bodyPr/>
        <a:lstStyle/>
        <a:p>
          <a:endParaRPr lang="es-ES"/>
        </a:p>
      </dgm:t>
    </dgm:pt>
    <dgm:pt modelId="{BF2C430F-A43A-44F4-A250-8B499BA49C54}">
      <dgm:prSet phldrT="[Texto]"/>
      <dgm:spPr/>
      <dgm:t>
        <a:bodyPr/>
        <a:lstStyle/>
        <a:p>
          <a:r>
            <a:rPr lang="es-ES" b="1" dirty="0" smtClean="0"/>
            <a:t>1. Pertinencia</a:t>
          </a:r>
        </a:p>
        <a:p>
          <a:r>
            <a:rPr lang="es-ES" dirty="0" smtClean="0"/>
            <a:t>¿qué teorías?</a:t>
          </a:r>
          <a:endParaRPr lang="es-ES" dirty="0"/>
        </a:p>
      </dgm:t>
    </dgm:pt>
    <dgm:pt modelId="{DA66D94A-B0A7-4885-B948-D6C3C9490C94}" type="parTrans" cxnId="{D5A73960-1673-4EEF-881C-DD0A67CEABDC}">
      <dgm:prSet/>
      <dgm:spPr/>
      <dgm:t>
        <a:bodyPr/>
        <a:lstStyle/>
        <a:p>
          <a:endParaRPr lang="es-ES"/>
        </a:p>
      </dgm:t>
    </dgm:pt>
    <dgm:pt modelId="{7EFCF2EF-78FB-4B47-9193-D5C1AD75E05E}" type="sibTrans" cxnId="{D5A73960-1673-4EEF-881C-DD0A67CEABDC}">
      <dgm:prSet/>
      <dgm:spPr/>
      <dgm:t>
        <a:bodyPr/>
        <a:lstStyle/>
        <a:p>
          <a:endParaRPr lang="es-ES"/>
        </a:p>
      </dgm:t>
    </dgm:pt>
    <dgm:pt modelId="{4A7ACD81-55A0-4587-A00B-21A22B7A4474}">
      <dgm:prSet phldrT="[Texto]">
        <dgm:style>
          <a:lnRef idx="2">
            <a:schemeClr val="accent2">
              <a:shade val="50000"/>
            </a:schemeClr>
          </a:lnRef>
          <a:fillRef idx="1">
            <a:schemeClr val="accent2"/>
          </a:fillRef>
          <a:effectRef idx="0">
            <a:schemeClr val="accent2"/>
          </a:effectRef>
          <a:fontRef idx="minor">
            <a:schemeClr val="lt1"/>
          </a:fontRef>
        </dgm:style>
      </dgm:prSet>
      <dgm:spPr/>
      <dgm:t>
        <a:bodyPr/>
        <a:lstStyle/>
        <a:p>
          <a:r>
            <a:rPr lang="es-ES" b="1" dirty="0" smtClean="0"/>
            <a:t>2. Suficiencia</a:t>
          </a:r>
        </a:p>
        <a:p>
          <a:r>
            <a:rPr lang="es-ES" dirty="0" smtClean="0"/>
            <a:t>¿cómo construir el marco teórico y que “no falte nada”?</a:t>
          </a:r>
          <a:endParaRPr lang="es-ES" dirty="0"/>
        </a:p>
      </dgm:t>
    </dgm:pt>
    <dgm:pt modelId="{001ACE6D-C734-49A4-AD9A-43022551927F}" type="parTrans" cxnId="{CB79FD73-2FAD-4421-BFDA-F3614482A616}">
      <dgm:prSet/>
      <dgm:spPr/>
      <dgm:t>
        <a:bodyPr/>
        <a:lstStyle/>
        <a:p>
          <a:endParaRPr lang="es-ES"/>
        </a:p>
      </dgm:t>
    </dgm:pt>
    <dgm:pt modelId="{C513FFEF-0FCA-4E86-AC28-DD4DE93C333B}" type="sibTrans" cxnId="{CB79FD73-2FAD-4421-BFDA-F3614482A616}">
      <dgm:prSet/>
      <dgm:spPr/>
      <dgm:t>
        <a:bodyPr/>
        <a:lstStyle/>
        <a:p>
          <a:endParaRPr lang="es-ES"/>
        </a:p>
      </dgm:t>
    </dgm:pt>
    <dgm:pt modelId="{B43B0947-B3B1-4502-A7AC-45BB2274F204}">
      <dgm:prSet phldrT="[Texto]"/>
      <dgm:spPr/>
      <dgm:t>
        <a:bodyPr/>
        <a:lstStyle/>
        <a:p>
          <a:r>
            <a:rPr lang="es-ES" b="1" dirty="0" smtClean="0"/>
            <a:t>3. Jerarquización</a:t>
          </a:r>
        </a:p>
        <a:p>
          <a:r>
            <a:rPr lang="es-ES" dirty="0" smtClean="0"/>
            <a:t>¿cómo ordenar las teorías/conceptos?</a:t>
          </a:r>
          <a:endParaRPr lang="es-ES" dirty="0"/>
        </a:p>
      </dgm:t>
    </dgm:pt>
    <dgm:pt modelId="{090C1A95-064D-457C-AD97-DC28896ADBF5}" type="parTrans" cxnId="{A2F3F456-3130-411A-8D32-7C81DC3D676F}">
      <dgm:prSet/>
      <dgm:spPr/>
      <dgm:t>
        <a:bodyPr/>
        <a:lstStyle/>
        <a:p>
          <a:endParaRPr lang="es-ES"/>
        </a:p>
      </dgm:t>
    </dgm:pt>
    <dgm:pt modelId="{84227FE3-79D3-4343-BFE9-9E47ED07DD73}" type="sibTrans" cxnId="{A2F3F456-3130-411A-8D32-7C81DC3D676F}">
      <dgm:prSet/>
      <dgm:spPr/>
      <dgm:t>
        <a:bodyPr/>
        <a:lstStyle/>
        <a:p>
          <a:endParaRPr lang="es-ES"/>
        </a:p>
      </dgm:t>
    </dgm:pt>
    <dgm:pt modelId="{BBF9CBD6-F7D6-491A-B5E1-E97FB3B63C06}" type="pres">
      <dgm:prSet presAssocID="{1D8ADB43-3C56-4B28-BAC7-DF1500DB8304}" presName="cycle" presStyleCnt="0">
        <dgm:presLayoutVars>
          <dgm:chMax val="1"/>
          <dgm:dir/>
          <dgm:animLvl val="ctr"/>
          <dgm:resizeHandles val="exact"/>
        </dgm:presLayoutVars>
      </dgm:prSet>
      <dgm:spPr/>
      <dgm:t>
        <a:bodyPr/>
        <a:lstStyle/>
        <a:p>
          <a:endParaRPr lang="es-ES"/>
        </a:p>
      </dgm:t>
    </dgm:pt>
    <dgm:pt modelId="{982F2BE0-E2ED-4E2E-98B2-BC53C3B1FEE5}" type="pres">
      <dgm:prSet presAssocID="{999EF171-936B-455F-903D-D476648DEDED}" presName="centerShape" presStyleLbl="node0" presStyleIdx="0" presStyleCnt="1" custScaleX="262111" custScaleY="77713"/>
      <dgm:spPr/>
      <dgm:t>
        <a:bodyPr/>
        <a:lstStyle/>
        <a:p>
          <a:endParaRPr lang="es-ES"/>
        </a:p>
      </dgm:t>
    </dgm:pt>
    <dgm:pt modelId="{ECD8F1FF-FE44-418A-97CB-B8B8DB081D6A}" type="pres">
      <dgm:prSet presAssocID="{DA66D94A-B0A7-4885-B948-D6C3C9490C94}" presName="parTrans" presStyleLbl="bgSibTrans2D1" presStyleIdx="0" presStyleCnt="3"/>
      <dgm:spPr/>
      <dgm:t>
        <a:bodyPr/>
        <a:lstStyle/>
        <a:p>
          <a:endParaRPr lang="es-ES"/>
        </a:p>
      </dgm:t>
    </dgm:pt>
    <dgm:pt modelId="{70801ADB-9931-4C4E-A42A-B79FE56A2406}" type="pres">
      <dgm:prSet presAssocID="{BF2C430F-A43A-44F4-A250-8B499BA49C54}" presName="node" presStyleLbl="node1" presStyleIdx="0" presStyleCnt="3" custScaleX="159286" custRadScaleRad="152313" custRadScaleInc="-17776">
        <dgm:presLayoutVars>
          <dgm:bulletEnabled val="1"/>
        </dgm:presLayoutVars>
      </dgm:prSet>
      <dgm:spPr/>
      <dgm:t>
        <a:bodyPr/>
        <a:lstStyle/>
        <a:p>
          <a:endParaRPr lang="es-ES"/>
        </a:p>
      </dgm:t>
    </dgm:pt>
    <dgm:pt modelId="{8E0D9B5D-B068-40CD-A3B1-8BC7A23B9855}" type="pres">
      <dgm:prSet presAssocID="{001ACE6D-C734-49A4-AD9A-43022551927F}" presName="parTrans" presStyleLbl="bgSibTrans2D1" presStyleIdx="1" presStyleCnt="3"/>
      <dgm:spPr/>
      <dgm:t>
        <a:bodyPr/>
        <a:lstStyle/>
        <a:p>
          <a:endParaRPr lang="es-ES"/>
        </a:p>
      </dgm:t>
    </dgm:pt>
    <dgm:pt modelId="{72B2B46A-30C0-4CE0-BDB3-8209C962FA5F}" type="pres">
      <dgm:prSet presAssocID="{4A7ACD81-55A0-4587-A00B-21A22B7A4474}" presName="node" presStyleLbl="node1" presStyleIdx="1" presStyleCnt="3" custScaleX="189004">
        <dgm:presLayoutVars>
          <dgm:bulletEnabled val="1"/>
        </dgm:presLayoutVars>
      </dgm:prSet>
      <dgm:spPr/>
      <dgm:t>
        <a:bodyPr/>
        <a:lstStyle/>
        <a:p>
          <a:endParaRPr lang="es-ES"/>
        </a:p>
      </dgm:t>
    </dgm:pt>
    <dgm:pt modelId="{7E09F530-3478-4849-8683-65400852CE36}" type="pres">
      <dgm:prSet presAssocID="{090C1A95-064D-457C-AD97-DC28896ADBF5}" presName="parTrans" presStyleLbl="bgSibTrans2D1" presStyleIdx="2" presStyleCnt="3"/>
      <dgm:spPr/>
      <dgm:t>
        <a:bodyPr/>
        <a:lstStyle/>
        <a:p>
          <a:endParaRPr lang="es-ES"/>
        </a:p>
      </dgm:t>
    </dgm:pt>
    <dgm:pt modelId="{4794396C-9EB8-48F8-8588-0D76DBA921D9}" type="pres">
      <dgm:prSet presAssocID="{B43B0947-B3B1-4502-A7AC-45BB2274F204}" presName="node" presStyleLbl="node1" presStyleIdx="2" presStyleCnt="3" custScaleX="179196" custRadScaleRad="155681" custRadScaleInc="22343">
        <dgm:presLayoutVars>
          <dgm:bulletEnabled val="1"/>
        </dgm:presLayoutVars>
      </dgm:prSet>
      <dgm:spPr/>
      <dgm:t>
        <a:bodyPr/>
        <a:lstStyle/>
        <a:p>
          <a:endParaRPr lang="es-ES"/>
        </a:p>
      </dgm:t>
    </dgm:pt>
  </dgm:ptLst>
  <dgm:cxnLst>
    <dgm:cxn modelId="{8F9E7BC7-05E3-4519-B731-60E143D5D60E}" type="presOf" srcId="{4A7ACD81-55A0-4587-A00B-21A22B7A4474}" destId="{72B2B46A-30C0-4CE0-BDB3-8209C962FA5F}" srcOrd="0" destOrd="0" presId="urn:microsoft.com/office/officeart/2005/8/layout/radial4"/>
    <dgm:cxn modelId="{A2F3F456-3130-411A-8D32-7C81DC3D676F}" srcId="{999EF171-936B-455F-903D-D476648DEDED}" destId="{B43B0947-B3B1-4502-A7AC-45BB2274F204}" srcOrd="2" destOrd="0" parTransId="{090C1A95-064D-457C-AD97-DC28896ADBF5}" sibTransId="{84227FE3-79D3-4343-BFE9-9E47ED07DD73}"/>
    <dgm:cxn modelId="{FCB7F0E4-CC6A-43FC-82A2-F99556C03FEC}" type="presOf" srcId="{090C1A95-064D-457C-AD97-DC28896ADBF5}" destId="{7E09F530-3478-4849-8683-65400852CE36}" srcOrd="0" destOrd="0" presId="urn:microsoft.com/office/officeart/2005/8/layout/radial4"/>
    <dgm:cxn modelId="{30D58D03-4588-4331-80EE-4827BAFD3065}" type="presOf" srcId="{DA66D94A-B0A7-4885-B948-D6C3C9490C94}" destId="{ECD8F1FF-FE44-418A-97CB-B8B8DB081D6A}" srcOrd="0" destOrd="0" presId="urn:microsoft.com/office/officeart/2005/8/layout/radial4"/>
    <dgm:cxn modelId="{CB79FD73-2FAD-4421-BFDA-F3614482A616}" srcId="{999EF171-936B-455F-903D-D476648DEDED}" destId="{4A7ACD81-55A0-4587-A00B-21A22B7A4474}" srcOrd="1" destOrd="0" parTransId="{001ACE6D-C734-49A4-AD9A-43022551927F}" sibTransId="{C513FFEF-0FCA-4E86-AC28-DD4DE93C333B}"/>
    <dgm:cxn modelId="{CD88C27F-48F8-4405-A3D9-2C5B87BD8F2D}" type="presOf" srcId="{001ACE6D-C734-49A4-AD9A-43022551927F}" destId="{8E0D9B5D-B068-40CD-A3B1-8BC7A23B9855}" srcOrd="0" destOrd="0" presId="urn:microsoft.com/office/officeart/2005/8/layout/radial4"/>
    <dgm:cxn modelId="{D5A73960-1673-4EEF-881C-DD0A67CEABDC}" srcId="{999EF171-936B-455F-903D-D476648DEDED}" destId="{BF2C430F-A43A-44F4-A250-8B499BA49C54}" srcOrd="0" destOrd="0" parTransId="{DA66D94A-B0A7-4885-B948-D6C3C9490C94}" sibTransId="{7EFCF2EF-78FB-4B47-9193-D5C1AD75E05E}"/>
    <dgm:cxn modelId="{34FA6299-85B6-42EE-A91A-F8604741FAB3}" type="presOf" srcId="{BF2C430F-A43A-44F4-A250-8B499BA49C54}" destId="{70801ADB-9931-4C4E-A42A-B79FE56A2406}" srcOrd="0" destOrd="0" presId="urn:microsoft.com/office/officeart/2005/8/layout/radial4"/>
    <dgm:cxn modelId="{1BEE13E7-A07B-466F-98C7-967461454B16}" type="presOf" srcId="{B43B0947-B3B1-4502-A7AC-45BB2274F204}" destId="{4794396C-9EB8-48F8-8588-0D76DBA921D9}" srcOrd="0" destOrd="0" presId="urn:microsoft.com/office/officeart/2005/8/layout/radial4"/>
    <dgm:cxn modelId="{82A10503-83DB-4899-B2DB-8991E67A9560}" type="presOf" srcId="{1D8ADB43-3C56-4B28-BAC7-DF1500DB8304}" destId="{BBF9CBD6-F7D6-491A-B5E1-E97FB3B63C06}" srcOrd="0" destOrd="0" presId="urn:microsoft.com/office/officeart/2005/8/layout/radial4"/>
    <dgm:cxn modelId="{446CC8C4-6CAE-4317-9202-C18610090432}" srcId="{1D8ADB43-3C56-4B28-BAC7-DF1500DB8304}" destId="{999EF171-936B-455F-903D-D476648DEDED}" srcOrd="0" destOrd="0" parTransId="{B3D4789B-AF8C-4E0B-BC21-9C5C0EE36736}" sibTransId="{2D397A2C-A918-4482-A89A-C447BABF805F}"/>
    <dgm:cxn modelId="{3BB268D4-BBAF-44A6-B2E3-C1524F8FA5C1}" type="presOf" srcId="{999EF171-936B-455F-903D-D476648DEDED}" destId="{982F2BE0-E2ED-4E2E-98B2-BC53C3B1FEE5}" srcOrd="0" destOrd="0" presId="urn:microsoft.com/office/officeart/2005/8/layout/radial4"/>
    <dgm:cxn modelId="{6F401067-49CB-4B70-BE8C-8739CA6E8A1C}" type="presParOf" srcId="{BBF9CBD6-F7D6-491A-B5E1-E97FB3B63C06}" destId="{982F2BE0-E2ED-4E2E-98B2-BC53C3B1FEE5}" srcOrd="0" destOrd="0" presId="urn:microsoft.com/office/officeart/2005/8/layout/radial4"/>
    <dgm:cxn modelId="{0E20520A-A401-48C8-A6F6-72E9C2C39FB3}" type="presParOf" srcId="{BBF9CBD6-F7D6-491A-B5E1-E97FB3B63C06}" destId="{ECD8F1FF-FE44-418A-97CB-B8B8DB081D6A}" srcOrd="1" destOrd="0" presId="urn:microsoft.com/office/officeart/2005/8/layout/radial4"/>
    <dgm:cxn modelId="{94454EE0-CFD3-4638-B4D2-518E8C39F9C4}" type="presParOf" srcId="{BBF9CBD6-F7D6-491A-B5E1-E97FB3B63C06}" destId="{70801ADB-9931-4C4E-A42A-B79FE56A2406}" srcOrd="2" destOrd="0" presId="urn:microsoft.com/office/officeart/2005/8/layout/radial4"/>
    <dgm:cxn modelId="{5C290F5F-174E-4239-B352-4E1D3F5150E2}" type="presParOf" srcId="{BBF9CBD6-F7D6-491A-B5E1-E97FB3B63C06}" destId="{8E0D9B5D-B068-40CD-A3B1-8BC7A23B9855}" srcOrd="3" destOrd="0" presId="urn:microsoft.com/office/officeart/2005/8/layout/radial4"/>
    <dgm:cxn modelId="{35CE5094-FBFD-4E04-BC8B-7F5DE07B6098}" type="presParOf" srcId="{BBF9CBD6-F7D6-491A-B5E1-E97FB3B63C06}" destId="{72B2B46A-30C0-4CE0-BDB3-8209C962FA5F}" srcOrd="4" destOrd="0" presId="urn:microsoft.com/office/officeart/2005/8/layout/radial4"/>
    <dgm:cxn modelId="{CB8EF8BC-733A-424E-B95F-26B7927BFE16}" type="presParOf" srcId="{BBF9CBD6-F7D6-491A-B5E1-E97FB3B63C06}" destId="{7E09F530-3478-4849-8683-65400852CE36}" srcOrd="5" destOrd="0" presId="urn:microsoft.com/office/officeart/2005/8/layout/radial4"/>
    <dgm:cxn modelId="{C9CF7FA9-1C7C-4695-89FE-B135E599A382}" type="presParOf" srcId="{BBF9CBD6-F7D6-491A-B5E1-E97FB3B63C06}" destId="{4794396C-9EB8-48F8-8588-0D76DBA921D9}"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0A95BB-693B-4A3A-AEC6-93E9025474E9}" type="doc">
      <dgm:prSet loTypeId="urn:microsoft.com/office/officeart/2005/8/layout/radial4" loCatId="relationship" qsTypeId="urn:microsoft.com/office/officeart/2005/8/quickstyle/3d3" qsCatId="3D" csTypeId="urn:microsoft.com/office/officeart/2005/8/colors/colorful5" csCatId="colorful" phldr="1"/>
      <dgm:spPr/>
      <dgm:t>
        <a:bodyPr/>
        <a:lstStyle/>
        <a:p>
          <a:endParaRPr lang="es-ES"/>
        </a:p>
      </dgm:t>
    </dgm:pt>
    <dgm:pt modelId="{4F45422E-0F9B-4C0F-98B0-89DA397DAA07}">
      <dgm:prSet phldrT="[Texto]" custT="1"/>
      <dgm:spPr/>
      <dgm:t>
        <a:bodyPr/>
        <a:lstStyle/>
        <a:p>
          <a:r>
            <a:rPr lang="es-MX" sz="3200" dirty="0" smtClean="0"/>
            <a:t>- </a:t>
          </a:r>
          <a:r>
            <a:rPr lang="es-MX" sz="3200" b="1" dirty="0" smtClean="0"/>
            <a:t>Precisa y delimita al problema.</a:t>
          </a:r>
        </a:p>
        <a:p>
          <a:r>
            <a:rPr lang="es-MX" sz="3200" b="1" dirty="0" smtClean="0"/>
            <a:t>- Define una forma de mirar</a:t>
          </a:r>
          <a:endParaRPr lang="es-ES" sz="3200" b="1" dirty="0"/>
        </a:p>
      </dgm:t>
    </dgm:pt>
    <dgm:pt modelId="{3A94489D-7EB9-44E3-9B6E-6693A333F350}" type="parTrans" cxnId="{2BD6D252-EEF1-43FE-91D0-BB8DD7544695}">
      <dgm:prSet/>
      <dgm:spPr/>
      <dgm:t>
        <a:bodyPr/>
        <a:lstStyle/>
        <a:p>
          <a:endParaRPr lang="es-ES"/>
        </a:p>
      </dgm:t>
    </dgm:pt>
    <dgm:pt modelId="{F3196E8D-871A-4242-AB7B-CDED93090014}" type="sibTrans" cxnId="{2BD6D252-EEF1-43FE-91D0-BB8DD7544695}">
      <dgm:prSet/>
      <dgm:spPr/>
      <dgm:t>
        <a:bodyPr/>
        <a:lstStyle/>
        <a:p>
          <a:endParaRPr lang="es-ES"/>
        </a:p>
      </dgm:t>
    </dgm:pt>
    <dgm:pt modelId="{A7AA5217-D9B3-4D0D-8969-8F20DF46220B}">
      <dgm:prSet phldrT="[Texto]" custT="1"/>
      <dgm:spPr/>
      <dgm:t>
        <a:bodyPr/>
        <a:lstStyle/>
        <a:p>
          <a:r>
            <a:rPr lang="es-ES" sz="3200" b="1" dirty="0" smtClean="0"/>
            <a:t>¿Qué función cumple?</a:t>
          </a:r>
          <a:endParaRPr lang="es-ES" sz="3200" b="1" dirty="0"/>
        </a:p>
      </dgm:t>
    </dgm:pt>
    <dgm:pt modelId="{DEC03377-514F-44DC-9B1C-7E7E6C6743C2}" type="parTrans" cxnId="{DE654BBD-7EB4-48DB-B958-466EE6AB7BFB}">
      <dgm:prSet/>
      <dgm:spPr/>
      <dgm:t>
        <a:bodyPr/>
        <a:lstStyle/>
        <a:p>
          <a:endParaRPr lang="es-ES"/>
        </a:p>
      </dgm:t>
    </dgm:pt>
    <dgm:pt modelId="{A14D7E45-37E8-44F3-839C-AECCD10AEE3F}" type="sibTrans" cxnId="{DE654BBD-7EB4-48DB-B958-466EE6AB7BFB}">
      <dgm:prSet/>
      <dgm:spPr/>
      <dgm:t>
        <a:bodyPr/>
        <a:lstStyle/>
        <a:p>
          <a:endParaRPr lang="es-ES"/>
        </a:p>
      </dgm:t>
    </dgm:pt>
    <dgm:pt modelId="{C80535A9-F37E-47B1-B09A-29F2BDC5359B}">
      <dgm:prSet phldrT="[Texto]" custT="1"/>
      <dgm:spPr/>
      <dgm:t>
        <a:bodyPr/>
        <a:lstStyle/>
        <a:p>
          <a:r>
            <a:rPr lang="es-ES" sz="3200" b="1" dirty="0" smtClean="0"/>
            <a:t>¿Por qué esta teoría?</a:t>
          </a:r>
          <a:endParaRPr lang="es-ES" sz="3200" b="1" dirty="0"/>
        </a:p>
      </dgm:t>
    </dgm:pt>
    <dgm:pt modelId="{A4DEF161-4E34-40F1-8D97-B804529B91FE}" type="parTrans" cxnId="{8010DC20-BF41-44F0-BB9C-1ABFF1304E13}">
      <dgm:prSet/>
      <dgm:spPr/>
      <dgm:t>
        <a:bodyPr/>
        <a:lstStyle/>
        <a:p>
          <a:endParaRPr lang="es-ES"/>
        </a:p>
      </dgm:t>
    </dgm:pt>
    <dgm:pt modelId="{A7A5F5BA-36EE-47B5-ADF6-8C07100BB838}" type="sibTrans" cxnId="{8010DC20-BF41-44F0-BB9C-1ABFF1304E13}">
      <dgm:prSet/>
      <dgm:spPr/>
      <dgm:t>
        <a:bodyPr/>
        <a:lstStyle/>
        <a:p>
          <a:endParaRPr lang="es-ES"/>
        </a:p>
      </dgm:t>
    </dgm:pt>
    <dgm:pt modelId="{568300B5-B511-4C8F-823B-CBBD540A9CEE}">
      <dgm:prSet phldrT="[Texto]" custT="1"/>
      <dgm:spPr/>
      <dgm:t>
        <a:bodyPr/>
        <a:lstStyle/>
        <a:p>
          <a:r>
            <a:rPr lang="es-ES" sz="3200" b="1" dirty="0" smtClean="0"/>
            <a:t>¿Qué pasa si la quito?</a:t>
          </a:r>
          <a:endParaRPr lang="es-ES" sz="3200" b="1" dirty="0"/>
        </a:p>
      </dgm:t>
    </dgm:pt>
    <dgm:pt modelId="{97175CF1-76A3-4E8D-AEA3-D1FFDCDE18CF}" type="parTrans" cxnId="{843C7ABC-8838-46E1-8E88-4B16D92F4210}">
      <dgm:prSet/>
      <dgm:spPr/>
      <dgm:t>
        <a:bodyPr/>
        <a:lstStyle/>
        <a:p>
          <a:endParaRPr lang="es-ES"/>
        </a:p>
      </dgm:t>
    </dgm:pt>
    <dgm:pt modelId="{FC4B3F17-CE25-4BA9-8C28-6BF29FA4CD5C}" type="sibTrans" cxnId="{843C7ABC-8838-46E1-8E88-4B16D92F4210}">
      <dgm:prSet/>
      <dgm:spPr/>
      <dgm:t>
        <a:bodyPr/>
        <a:lstStyle/>
        <a:p>
          <a:endParaRPr lang="es-ES"/>
        </a:p>
      </dgm:t>
    </dgm:pt>
    <dgm:pt modelId="{9D3036BA-7BA8-4D25-914B-C496F92F9E30}">
      <dgm:prSet custT="1"/>
      <dgm:spPr/>
      <dgm:t>
        <a:bodyPr/>
        <a:lstStyle/>
        <a:p>
          <a:r>
            <a:rPr lang="es-ES" sz="3200" b="1" dirty="0" smtClean="0"/>
            <a:t>¿Dan estas teorías una mirada acabada del problema?</a:t>
          </a:r>
          <a:endParaRPr lang="es-ES" sz="3200" b="1" dirty="0"/>
        </a:p>
      </dgm:t>
    </dgm:pt>
    <dgm:pt modelId="{176158DD-4658-4404-B589-15B1275C123D}" type="parTrans" cxnId="{F7D0D495-A59A-44C9-BD12-BC4DCFD4FDB8}">
      <dgm:prSet/>
      <dgm:spPr/>
      <dgm:t>
        <a:bodyPr/>
        <a:lstStyle/>
        <a:p>
          <a:endParaRPr lang="es-ES"/>
        </a:p>
      </dgm:t>
    </dgm:pt>
    <dgm:pt modelId="{B0271A54-FF39-4D49-B096-D88235CBD6A6}" type="sibTrans" cxnId="{F7D0D495-A59A-44C9-BD12-BC4DCFD4FDB8}">
      <dgm:prSet/>
      <dgm:spPr/>
      <dgm:t>
        <a:bodyPr/>
        <a:lstStyle/>
        <a:p>
          <a:endParaRPr lang="es-ES"/>
        </a:p>
      </dgm:t>
    </dgm:pt>
    <dgm:pt modelId="{73AB80E3-9D46-4904-A402-646ED35C5248}" type="pres">
      <dgm:prSet presAssocID="{C40A95BB-693B-4A3A-AEC6-93E9025474E9}" presName="cycle" presStyleCnt="0">
        <dgm:presLayoutVars>
          <dgm:chMax val="1"/>
          <dgm:dir/>
          <dgm:animLvl val="ctr"/>
          <dgm:resizeHandles val="exact"/>
        </dgm:presLayoutVars>
      </dgm:prSet>
      <dgm:spPr/>
      <dgm:t>
        <a:bodyPr/>
        <a:lstStyle/>
        <a:p>
          <a:endParaRPr lang="es-ES"/>
        </a:p>
      </dgm:t>
    </dgm:pt>
    <dgm:pt modelId="{2DB88BDC-F375-458D-84BD-688D377A3D8A}" type="pres">
      <dgm:prSet presAssocID="{4F45422E-0F9B-4C0F-98B0-89DA397DAA07}" presName="centerShape" presStyleLbl="node0" presStyleIdx="0" presStyleCnt="1" custScaleX="239474" custScaleY="104297" custLinFactNeighborX="0" custLinFactNeighborY="-57392"/>
      <dgm:spPr/>
      <dgm:t>
        <a:bodyPr/>
        <a:lstStyle/>
        <a:p>
          <a:endParaRPr lang="es-ES"/>
        </a:p>
      </dgm:t>
    </dgm:pt>
    <dgm:pt modelId="{850B87E7-D8D3-4691-8481-4B7D3474D500}" type="pres">
      <dgm:prSet presAssocID="{DEC03377-514F-44DC-9B1C-7E7E6C6743C2}" presName="parTrans" presStyleLbl="bgSibTrans2D1" presStyleIdx="0" presStyleCnt="4"/>
      <dgm:spPr/>
      <dgm:t>
        <a:bodyPr/>
        <a:lstStyle/>
        <a:p>
          <a:endParaRPr lang="es-ES"/>
        </a:p>
      </dgm:t>
    </dgm:pt>
    <dgm:pt modelId="{B1A436B7-21CB-4865-AA97-ACF164BA9C21}" type="pres">
      <dgm:prSet presAssocID="{A7AA5217-D9B3-4D0D-8969-8F20DF46220B}" presName="node" presStyleLbl="node1" presStyleIdx="0" presStyleCnt="4" custRadScaleRad="96942" custRadScaleInc="-43070">
        <dgm:presLayoutVars>
          <dgm:bulletEnabled val="1"/>
        </dgm:presLayoutVars>
      </dgm:prSet>
      <dgm:spPr/>
      <dgm:t>
        <a:bodyPr/>
        <a:lstStyle/>
        <a:p>
          <a:endParaRPr lang="es-ES"/>
        </a:p>
      </dgm:t>
    </dgm:pt>
    <dgm:pt modelId="{C2D8836F-C476-4843-86EE-7AA5808D56CD}" type="pres">
      <dgm:prSet presAssocID="{A4DEF161-4E34-40F1-8D97-B804529B91FE}" presName="parTrans" presStyleLbl="bgSibTrans2D1" presStyleIdx="1" presStyleCnt="4"/>
      <dgm:spPr/>
      <dgm:t>
        <a:bodyPr/>
        <a:lstStyle/>
        <a:p>
          <a:endParaRPr lang="es-ES"/>
        </a:p>
      </dgm:t>
    </dgm:pt>
    <dgm:pt modelId="{D5FFF3C9-5704-4DDA-9DE7-1DE10367C7AA}" type="pres">
      <dgm:prSet presAssocID="{C80535A9-F37E-47B1-B09A-29F2BDC5359B}" presName="node" presStyleLbl="node1" presStyleIdx="1" presStyleCnt="4" custRadScaleRad="167918" custRadScaleInc="-90283">
        <dgm:presLayoutVars>
          <dgm:bulletEnabled val="1"/>
        </dgm:presLayoutVars>
      </dgm:prSet>
      <dgm:spPr/>
      <dgm:t>
        <a:bodyPr/>
        <a:lstStyle/>
        <a:p>
          <a:endParaRPr lang="es-ES"/>
        </a:p>
      </dgm:t>
    </dgm:pt>
    <dgm:pt modelId="{701CA0E4-8B50-4A0B-872C-843E3E971065}" type="pres">
      <dgm:prSet presAssocID="{97175CF1-76A3-4E8D-AEA3-D1FFDCDE18CF}" presName="parTrans" presStyleLbl="bgSibTrans2D1" presStyleIdx="2" presStyleCnt="4"/>
      <dgm:spPr/>
      <dgm:t>
        <a:bodyPr/>
        <a:lstStyle/>
        <a:p>
          <a:endParaRPr lang="es-ES"/>
        </a:p>
      </dgm:t>
    </dgm:pt>
    <dgm:pt modelId="{F9C848E8-814D-4779-93F3-DFDC7A9949AA}" type="pres">
      <dgm:prSet presAssocID="{568300B5-B511-4C8F-823B-CBBD540A9CEE}" presName="node" presStyleLbl="node1" presStyleIdx="2" presStyleCnt="4" custRadScaleRad="24702" custRadScaleInc="247874">
        <dgm:presLayoutVars>
          <dgm:bulletEnabled val="1"/>
        </dgm:presLayoutVars>
      </dgm:prSet>
      <dgm:spPr/>
      <dgm:t>
        <a:bodyPr/>
        <a:lstStyle/>
        <a:p>
          <a:endParaRPr lang="es-ES"/>
        </a:p>
      </dgm:t>
    </dgm:pt>
    <dgm:pt modelId="{09D75173-EDCF-4CEA-AA15-305595430AE4}" type="pres">
      <dgm:prSet presAssocID="{176158DD-4658-4404-B589-15B1275C123D}" presName="parTrans" presStyleLbl="bgSibTrans2D1" presStyleIdx="3" presStyleCnt="4"/>
      <dgm:spPr/>
      <dgm:t>
        <a:bodyPr/>
        <a:lstStyle/>
        <a:p>
          <a:endParaRPr lang="es-ES"/>
        </a:p>
      </dgm:t>
    </dgm:pt>
    <dgm:pt modelId="{248D48BF-46E1-41DA-A134-BA511BC66177}" type="pres">
      <dgm:prSet presAssocID="{9D3036BA-7BA8-4D25-914B-C496F92F9E30}" presName="node" presStyleLbl="node1" presStyleIdx="3" presStyleCnt="4" custScaleY="252023" custRadScaleRad="145147" custRadScaleInc="1838">
        <dgm:presLayoutVars>
          <dgm:bulletEnabled val="1"/>
        </dgm:presLayoutVars>
      </dgm:prSet>
      <dgm:spPr/>
      <dgm:t>
        <a:bodyPr/>
        <a:lstStyle/>
        <a:p>
          <a:endParaRPr lang="es-ES"/>
        </a:p>
      </dgm:t>
    </dgm:pt>
  </dgm:ptLst>
  <dgm:cxnLst>
    <dgm:cxn modelId="{F6501473-AC70-4B42-8012-5D83D9552494}" type="presOf" srcId="{C80535A9-F37E-47B1-B09A-29F2BDC5359B}" destId="{D5FFF3C9-5704-4DDA-9DE7-1DE10367C7AA}" srcOrd="0" destOrd="0" presId="urn:microsoft.com/office/officeart/2005/8/layout/radial4"/>
    <dgm:cxn modelId="{843C7ABC-8838-46E1-8E88-4B16D92F4210}" srcId="{4F45422E-0F9B-4C0F-98B0-89DA397DAA07}" destId="{568300B5-B511-4C8F-823B-CBBD540A9CEE}" srcOrd="2" destOrd="0" parTransId="{97175CF1-76A3-4E8D-AEA3-D1FFDCDE18CF}" sibTransId="{FC4B3F17-CE25-4BA9-8C28-6BF29FA4CD5C}"/>
    <dgm:cxn modelId="{F7D0D495-A59A-44C9-BD12-BC4DCFD4FDB8}" srcId="{4F45422E-0F9B-4C0F-98B0-89DA397DAA07}" destId="{9D3036BA-7BA8-4D25-914B-C496F92F9E30}" srcOrd="3" destOrd="0" parTransId="{176158DD-4658-4404-B589-15B1275C123D}" sibTransId="{B0271A54-FF39-4D49-B096-D88235CBD6A6}"/>
    <dgm:cxn modelId="{36D893EC-BB28-4E1F-936A-CD41FC49A6AD}" type="presOf" srcId="{C40A95BB-693B-4A3A-AEC6-93E9025474E9}" destId="{73AB80E3-9D46-4904-A402-646ED35C5248}" srcOrd="0" destOrd="0" presId="urn:microsoft.com/office/officeart/2005/8/layout/radial4"/>
    <dgm:cxn modelId="{8010DC20-BF41-44F0-BB9C-1ABFF1304E13}" srcId="{4F45422E-0F9B-4C0F-98B0-89DA397DAA07}" destId="{C80535A9-F37E-47B1-B09A-29F2BDC5359B}" srcOrd="1" destOrd="0" parTransId="{A4DEF161-4E34-40F1-8D97-B804529B91FE}" sibTransId="{A7A5F5BA-36EE-47B5-ADF6-8C07100BB838}"/>
    <dgm:cxn modelId="{0DF8A05F-9997-4040-BECD-965E49845003}" type="presOf" srcId="{4F45422E-0F9B-4C0F-98B0-89DA397DAA07}" destId="{2DB88BDC-F375-458D-84BD-688D377A3D8A}" srcOrd="0" destOrd="0" presId="urn:microsoft.com/office/officeart/2005/8/layout/radial4"/>
    <dgm:cxn modelId="{DA7EA078-C52D-476A-8399-CDE04AD4F728}" type="presOf" srcId="{A7AA5217-D9B3-4D0D-8969-8F20DF46220B}" destId="{B1A436B7-21CB-4865-AA97-ACF164BA9C21}" srcOrd="0" destOrd="0" presId="urn:microsoft.com/office/officeart/2005/8/layout/radial4"/>
    <dgm:cxn modelId="{13440927-4210-47E7-91C6-7D785E7AF841}" type="presOf" srcId="{97175CF1-76A3-4E8D-AEA3-D1FFDCDE18CF}" destId="{701CA0E4-8B50-4A0B-872C-843E3E971065}" srcOrd="0" destOrd="0" presId="urn:microsoft.com/office/officeart/2005/8/layout/radial4"/>
    <dgm:cxn modelId="{80582C58-2740-40F3-84AC-65F157FE42D0}" type="presOf" srcId="{9D3036BA-7BA8-4D25-914B-C496F92F9E30}" destId="{248D48BF-46E1-41DA-A134-BA511BC66177}" srcOrd="0" destOrd="0" presId="urn:microsoft.com/office/officeart/2005/8/layout/radial4"/>
    <dgm:cxn modelId="{49E52509-5227-4C38-9ED6-730B7E21CB8C}" type="presOf" srcId="{DEC03377-514F-44DC-9B1C-7E7E6C6743C2}" destId="{850B87E7-D8D3-4691-8481-4B7D3474D500}" srcOrd="0" destOrd="0" presId="urn:microsoft.com/office/officeart/2005/8/layout/radial4"/>
    <dgm:cxn modelId="{67962B34-DEBA-4755-B609-8A6DDE6A1F87}" type="presOf" srcId="{A4DEF161-4E34-40F1-8D97-B804529B91FE}" destId="{C2D8836F-C476-4843-86EE-7AA5808D56CD}" srcOrd="0" destOrd="0" presId="urn:microsoft.com/office/officeart/2005/8/layout/radial4"/>
    <dgm:cxn modelId="{2BD6D252-EEF1-43FE-91D0-BB8DD7544695}" srcId="{C40A95BB-693B-4A3A-AEC6-93E9025474E9}" destId="{4F45422E-0F9B-4C0F-98B0-89DA397DAA07}" srcOrd="0" destOrd="0" parTransId="{3A94489D-7EB9-44E3-9B6E-6693A333F350}" sibTransId="{F3196E8D-871A-4242-AB7B-CDED93090014}"/>
    <dgm:cxn modelId="{DE654BBD-7EB4-48DB-B958-466EE6AB7BFB}" srcId="{4F45422E-0F9B-4C0F-98B0-89DA397DAA07}" destId="{A7AA5217-D9B3-4D0D-8969-8F20DF46220B}" srcOrd="0" destOrd="0" parTransId="{DEC03377-514F-44DC-9B1C-7E7E6C6743C2}" sibTransId="{A14D7E45-37E8-44F3-839C-AECCD10AEE3F}"/>
    <dgm:cxn modelId="{D6A6AF5F-6AE4-4692-AFB6-280F17A1CDB4}" type="presOf" srcId="{176158DD-4658-4404-B589-15B1275C123D}" destId="{09D75173-EDCF-4CEA-AA15-305595430AE4}" srcOrd="0" destOrd="0" presId="urn:microsoft.com/office/officeart/2005/8/layout/radial4"/>
    <dgm:cxn modelId="{9225AA87-B396-4974-9678-1425DB4CADB7}" type="presOf" srcId="{568300B5-B511-4C8F-823B-CBBD540A9CEE}" destId="{F9C848E8-814D-4779-93F3-DFDC7A9949AA}" srcOrd="0" destOrd="0" presId="urn:microsoft.com/office/officeart/2005/8/layout/radial4"/>
    <dgm:cxn modelId="{00F71A77-4E62-48A9-BCD9-9E16863BFF96}" type="presParOf" srcId="{73AB80E3-9D46-4904-A402-646ED35C5248}" destId="{2DB88BDC-F375-458D-84BD-688D377A3D8A}" srcOrd="0" destOrd="0" presId="urn:microsoft.com/office/officeart/2005/8/layout/radial4"/>
    <dgm:cxn modelId="{F9B3E12F-F0A4-4FE0-B200-E3A22F63035E}" type="presParOf" srcId="{73AB80E3-9D46-4904-A402-646ED35C5248}" destId="{850B87E7-D8D3-4691-8481-4B7D3474D500}" srcOrd="1" destOrd="0" presId="urn:microsoft.com/office/officeart/2005/8/layout/radial4"/>
    <dgm:cxn modelId="{69A6462A-2DB5-458F-88DA-74105676D289}" type="presParOf" srcId="{73AB80E3-9D46-4904-A402-646ED35C5248}" destId="{B1A436B7-21CB-4865-AA97-ACF164BA9C21}" srcOrd="2" destOrd="0" presId="urn:microsoft.com/office/officeart/2005/8/layout/radial4"/>
    <dgm:cxn modelId="{0214567A-A57D-4BD1-AB02-EDE80851C05E}" type="presParOf" srcId="{73AB80E3-9D46-4904-A402-646ED35C5248}" destId="{C2D8836F-C476-4843-86EE-7AA5808D56CD}" srcOrd="3" destOrd="0" presId="urn:microsoft.com/office/officeart/2005/8/layout/radial4"/>
    <dgm:cxn modelId="{72CCA036-F975-4876-B43C-B1D96A3A33AA}" type="presParOf" srcId="{73AB80E3-9D46-4904-A402-646ED35C5248}" destId="{D5FFF3C9-5704-4DDA-9DE7-1DE10367C7AA}" srcOrd="4" destOrd="0" presId="urn:microsoft.com/office/officeart/2005/8/layout/radial4"/>
    <dgm:cxn modelId="{720E53C6-58A2-4705-A7F3-FC2510B350E2}" type="presParOf" srcId="{73AB80E3-9D46-4904-A402-646ED35C5248}" destId="{701CA0E4-8B50-4A0B-872C-843E3E971065}" srcOrd="5" destOrd="0" presId="urn:microsoft.com/office/officeart/2005/8/layout/radial4"/>
    <dgm:cxn modelId="{F71ECA0E-EF25-445B-B6D5-8E2314225528}" type="presParOf" srcId="{73AB80E3-9D46-4904-A402-646ED35C5248}" destId="{F9C848E8-814D-4779-93F3-DFDC7A9949AA}" srcOrd="6" destOrd="0" presId="urn:microsoft.com/office/officeart/2005/8/layout/radial4"/>
    <dgm:cxn modelId="{6A12A3BB-D74C-4C15-9A81-255C457EDAFE}" type="presParOf" srcId="{73AB80E3-9D46-4904-A402-646ED35C5248}" destId="{09D75173-EDCF-4CEA-AA15-305595430AE4}" srcOrd="7" destOrd="0" presId="urn:microsoft.com/office/officeart/2005/8/layout/radial4"/>
    <dgm:cxn modelId="{B8D815BF-B619-47FF-AFFB-E8E1AE29E48F}" type="presParOf" srcId="{73AB80E3-9D46-4904-A402-646ED35C5248}" destId="{248D48BF-46E1-41DA-A134-BA511BC66177}"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39B54C-CC6A-4120-BCBE-EBFF69528BAA}" type="doc">
      <dgm:prSet loTypeId="urn:microsoft.com/office/officeart/2005/8/layout/venn2" loCatId="relationship" qsTypeId="urn:microsoft.com/office/officeart/2005/8/quickstyle/3d2" qsCatId="3D" csTypeId="urn:microsoft.com/office/officeart/2005/8/colors/colorful4" csCatId="colorful" phldr="1"/>
      <dgm:spPr/>
      <dgm:t>
        <a:bodyPr/>
        <a:lstStyle/>
        <a:p>
          <a:endParaRPr lang="es-ES"/>
        </a:p>
      </dgm:t>
    </dgm:pt>
    <dgm:pt modelId="{3586059A-C516-4E0F-A077-540BC7EC02B8}">
      <dgm:prSet phldrT="[Texto]" custT="1"/>
      <dgm:spPr/>
      <dgm:t>
        <a:bodyPr/>
        <a:lstStyle/>
        <a:p>
          <a:r>
            <a:rPr lang="es-ES" sz="1800" b="1" dirty="0" smtClean="0"/>
            <a:t>PARADIGMA</a:t>
          </a:r>
        </a:p>
      </dgm:t>
    </dgm:pt>
    <dgm:pt modelId="{F43FABC1-20F9-48F3-A03F-B8F925718CB5}" type="parTrans" cxnId="{EEA1D3C5-33C2-4C36-9948-D6A6137F09ED}">
      <dgm:prSet/>
      <dgm:spPr/>
      <dgm:t>
        <a:bodyPr/>
        <a:lstStyle/>
        <a:p>
          <a:endParaRPr lang="es-ES"/>
        </a:p>
      </dgm:t>
    </dgm:pt>
    <dgm:pt modelId="{C92D2103-B103-4DEB-A6B4-2688DF73B4DD}" type="sibTrans" cxnId="{EEA1D3C5-33C2-4C36-9948-D6A6137F09ED}">
      <dgm:prSet/>
      <dgm:spPr/>
      <dgm:t>
        <a:bodyPr/>
        <a:lstStyle/>
        <a:p>
          <a:endParaRPr lang="es-ES"/>
        </a:p>
      </dgm:t>
    </dgm:pt>
    <dgm:pt modelId="{C6AF0C2A-4D85-4533-9818-B9A1F5188F71}">
      <dgm:prSet phldrT="[Texto]" custT="1"/>
      <dgm:spPr/>
      <dgm:t>
        <a:bodyPr/>
        <a:lstStyle/>
        <a:p>
          <a:r>
            <a:rPr lang="es-ES" sz="1800" b="1" dirty="0" smtClean="0"/>
            <a:t>TEORÍA GENERAL</a:t>
          </a:r>
        </a:p>
      </dgm:t>
    </dgm:pt>
    <dgm:pt modelId="{1891B759-56B2-4879-A3C1-D1199CF29A67}" type="parTrans" cxnId="{47A800C8-4529-49C6-B105-6BC5849CCFE5}">
      <dgm:prSet/>
      <dgm:spPr/>
      <dgm:t>
        <a:bodyPr/>
        <a:lstStyle/>
        <a:p>
          <a:endParaRPr lang="es-ES"/>
        </a:p>
      </dgm:t>
    </dgm:pt>
    <dgm:pt modelId="{6812DE48-FEBA-417F-B1C8-BEBABB64A775}" type="sibTrans" cxnId="{47A800C8-4529-49C6-B105-6BC5849CCFE5}">
      <dgm:prSet/>
      <dgm:spPr/>
      <dgm:t>
        <a:bodyPr/>
        <a:lstStyle/>
        <a:p>
          <a:endParaRPr lang="es-ES"/>
        </a:p>
      </dgm:t>
    </dgm:pt>
    <dgm:pt modelId="{4544FCF7-F72F-450A-8E5D-77F0C266119C}">
      <dgm:prSet phldrT="[Texto]" custT="1"/>
      <dgm:spPr/>
      <dgm:t>
        <a:bodyPr/>
        <a:lstStyle/>
        <a:p>
          <a:r>
            <a:rPr lang="es-ES" sz="1800" b="1" dirty="0" smtClean="0"/>
            <a:t>TEORÍA SUSTANTIVA</a:t>
          </a:r>
          <a:endParaRPr lang="es-ES" sz="1800" b="1" dirty="0"/>
        </a:p>
      </dgm:t>
    </dgm:pt>
    <dgm:pt modelId="{4B8296D2-6120-421A-A93D-6588CED61EA2}" type="parTrans" cxnId="{EFAEEC82-6C46-420B-AE0A-4CFE1A405BA6}">
      <dgm:prSet/>
      <dgm:spPr/>
      <dgm:t>
        <a:bodyPr/>
        <a:lstStyle/>
        <a:p>
          <a:endParaRPr lang="es-ES"/>
        </a:p>
      </dgm:t>
    </dgm:pt>
    <dgm:pt modelId="{08CC396A-836A-4BAA-B0FB-64BABF64EB97}" type="sibTrans" cxnId="{EFAEEC82-6C46-420B-AE0A-4CFE1A405BA6}">
      <dgm:prSet/>
      <dgm:spPr/>
      <dgm:t>
        <a:bodyPr/>
        <a:lstStyle/>
        <a:p>
          <a:endParaRPr lang="es-ES"/>
        </a:p>
      </dgm:t>
    </dgm:pt>
    <dgm:pt modelId="{BECC886A-2BBF-4945-B12B-D5171EF4FBFD}" type="pres">
      <dgm:prSet presAssocID="{E039B54C-CC6A-4120-BCBE-EBFF69528BAA}" presName="Name0" presStyleCnt="0">
        <dgm:presLayoutVars>
          <dgm:chMax val="7"/>
          <dgm:resizeHandles val="exact"/>
        </dgm:presLayoutVars>
      </dgm:prSet>
      <dgm:spPr/>
      <dgm:t>
        <a:bodyPr/>
        <a:lstStyle/>
        <a:p>
          <a:endParaRPr lang="es-ES"/>
        </a:p>
      </dgm:t>
    </dgm:pt>
    <dgm:pt modelId="{2C45A353-9799-4B8F-87A1-DE8A51843CE8}" type="pres">
      <dgm:prSet presAssocID="{E039B54C-CC6A-4120-BCBE-EBFF69528BAA}" presName="comp1" presStyleCnt="0"/>
      <dgm:spPr/>
      <dgm:t>
        <a:bodyPr/>
        <a:lstStyle/>
        <a:p>
          <a:endParaRPr lang="es-ES"/>
        </a:p>
      </dgm:t>
    </dgm:pt>
    <dgm:pt modelId="{5AAD1998-E71F-4B28-97B0-BDE64C6624BD}" type="pres">
      <dgm:prSet presAssocID="{E039B54C-CC6A-4120-BCBE-EBFF69528BAA}" presName="circle1" presStyleLbl="node1" presStyleIdx="0" presStyleCnt="3" custScaleX="105585" custLinFactNeighborX="-6125" custLinFactNeighborY="-326"/>
      <dgm:spPr/>
      <dgm:t>
        <a:bodyPr/>
        <a:lstStyle/>
        <a:p>
          <a:endParaRPr lang="es-ES"/>
        </a:p>
      </dgm:t>
    </dgm:pt>
    <dgm:pt modelId="{792A020E-1A3C-47F2-8F62-4973B8028727}" type="pres">
      <dgm:prSet presAssocID="{E039B54C-CC6A-4120-BCBE-EBFF69528BAA}" presName="c1text" presStyleLbl="node1" presStyleIdx="0" presStyleCnt="3">
        <dgm:presLayoutVars>
          <dgm:bulletEnabled val="1"/>
        </dgm:presLayoutVars>
      </dgm:prSet>
      <dgm:spPr/>
      <dgm:t>
        <a:bodyPr/>
        <a:lstStyle/>
        <a:p>
          <a:endParaRPr lang="es-ES"/>
        </a:p>
      </dgm:t>
    </dgm:pt>
    <dgm:pt modelId="{E0010D37-6F9A-4730-8848-885661A24BC9}" type="pres">
      <dgm:prSet presAssocID="{E039B54C-CC6A-4120-BCBE-EBFF69528BAA}" presName="comp2" presStyleCnt="0"/>
      <dgm:spPr/>
      <dgm:t>
        <a:bodyPr/>
        <a:lstStyle/>
        <a:p>
          <a:endParaRPr lang="es-ES"/>
        </a:p>
      </dgm:t>
    </dgm:pt>
    <dgm:pt modelId="{0A5F0FB4-8055-4F3D-9A22-F08576D1EE48}" type="pres">
      <dgm:prSet presAssocID="{E039B54C-CC6A-4120-BCBE-EBFF69528BAA}" presName="circle2" presStyleLbl="node1" presStyleIdx="1" presStyleCnt="3" custLinFactNeighborX="-67983" custLinFactNeighborY="-413"/>
      <dgm:spPr/>
      <dgm:t>
        <a:bodyPr/>
        <a:lstStyle/>
        <a:p>
          <a:endParaRPr lang="es-ES"/>
        </a:p>
      </dgm:t>
    </dgm:pt>
    <dgm:pt modelId="{EBA3BD97-9786-4300-B08E-A80952D9AFAF}" type="pres">
      <dgm:prSet presAssocID="{E039B54C-CC6A-4120-BCBE-EBFF69528BAA}" presName="c2text" presStyleLbl="node1" presStyleIdx="1" presStyleCnt="3">
        <dgm:presLayoutVars>
          <dgm:bulletEnabled val="1"/>
        </dgm:presLayoutVars>
      </dgm:prSet>
      <dgm:spPr/>
      <dgm:t>
        <a:bodyPr/>
        <a:lstStyle/>
        <a:p>
          <a:endParaRPr lang="es-ES"/>
        </a:p>
      </dgm:t>
    </dgm:pt>
    <dgm:pt modelId="{E244AB36-B228-4DF5-8FE4-E2001F41DF27}" type="pres">
      <dgm:prSet presAssocID="{E039B54C-CC6A-4120-BCBE-EBFF69528BAA}" presName="comp3" presStyleCnt="0"/>
      <dgm:spPr/>
      <dgm:t>
        <a:bodyPr/>
        <a:lstStyle/>
        <a:p>
          <a:endParaRPr lang="es-ES"/>
        </a:p>
      </dgm:t>
    </dgm:pt>
    <dgm:pt modelId="{D3EE78EC-85D6-442C-A6F9-C4EFE009D106}" type="pres">
      <dgm:prSet presAssocID="{E039B54C-CC6A-4120-BCBE-EBFF69528BAA}" presName="circle3" presStyleLbl="node1" presStyleIdx="2" presStyleCnt="3" custScaleX="111635" custLinFactNeighborX="-59649" custLinFactNeighborY="-2480"/>
      <dgm:spPr/>
      <dgm:t>
        <a:bodyPr/>
        <a:lstStyle/>
        <a:p>
          <a:endParaRPr lang="es-ES"/>
        </a:p>
      </dgm:t>
    </dgm:pt>
    <dgm:pt modelId="{7C85691B-4AC0-458A-85A3-560A0AFC9B1D}" type="pres">
      <dgm:prSet presAssocID="{E039B54C-CC6A-4120-BCBE-EBFF69528BAA}" presName="c3text" presStyleLbl="node1" presStyleIdx="2" presStyleCnt="3">
        <dgm:presLayoutVars>
          <dgm:bulletEnabled val="1"/>
        </dgm:presLayoutVars>
      </dgm:prSet>
      <dgm:spPr/>
      <dgm:t>
        <a:bodyPr/>
        <a:lstStyle/>
        <a:p>
          <a:endParaRPr lang="es-ES"/>
        </a:p>
      </dgm:t>
    </dgm:pt>
  </dgm:ptLst>
  <dgm:cxnLst>
    <dgm:cxn modelId="{A4D1A4B6-0249-4951-8B87-8C9E96F6F72B}" type="presOf" srcId="{4544FCF7-F72F-450A-8E5D-77F0C266119C}" destId="{D3EE78EC-85D6-442C-A6F9-C4EFE009D106}" srcOrd="0" destOrd="0" presId="urn:microsoft.com/office/officeart/2005/8/layout/venn2"/>
    <dgm:cxn modelId="{EEA1D3C5-33C2-4C36-9948-D6A6137F09ED}" srcId="{E039B54C-CC6A-4120-BCBE-EBFF69528BAA}" destId="{3586059A-C516-4E0F-A077-540BC7EC02B8}" srcOrd="0" destOrd="0" parTransId="{F43FABC1-20F9-48F3-A03F-B8F925718CB5}" sibTransId="{C92D2103-B103-4DEB-A6B4-2688DF73B4DD}"/>
    <dgm:cxn modelId="{78BDE1D9-0568-4A00-8D77-089441CD2AAF}" type="presOf" srcId="{C6AF0C2A-4D85-4533-9818-B9A1F5188F71}" destId="{EBA3BD97-9786-4300-B08E-A80952D9AFAF}" srcOrd="1" destOrd="0" presId="urn:microsoft.com/office/officeart/2005/8/layout/venn2"/>
    <dgm:cxn modelId="{DEC74B50-EC65-4EB3-B5F8-A9829F64BC31}" type="presOf" srcId="{3586059A-C516-4E0F-A077-540BC7EC02B8}" destId="{792A020E-1A3C-47F2-8F62-4973B8028727}" srcOrd="1" destOrd="0" presId="urn:microsoft.com/office/officeart/2005/8/layout/venn2"/>
    <dgm:cxn modelId="{EFAEEC82-6C46-420B-AE0A-4CFE1A405BA6}" srcId="{E039B54C-CC6A-4120-BCBE-EBFF69528BAA}" destId="{4544FCF7-F72F-450A-8E5D-77F0C266119C}" srcOrd="2" destOrd="0" parTransId="{4B8296D2-6120-421A-A93D-6588CED61EA2}" sibTransId="{08CC396A-836A-4BAA-B0FB-64BABF64EB97}"/>
    <dgm:cxn modelId="{47A800C8-4529-49C6-B105-6BC5849CCFE5}" srcId="{E039B54C-CC6A-4120-BCBE-EBFF69528BAA}" destId="{C6AF0C2A-4D85-4533-9818-B9A1F5188F71}" srcOrd="1" destOrd="0" parTransId="{1891B759-56B2-4879-A3C1-D1199CF29A67}" sibTransId="{6812DE48-FEBA-417F-B1C8-BEBABB64A775}"/>
    <dgm:cxn modelId="{3705A8BA-696D-4BD5-9FE9-2932459CA272}" type="presOf" srcId="{C6AF0C2A-4D85-4533-9818-B9A1F5188F71}" destId="{0A5F0FB4-8055-4F3D-9A22-F08576D1EE48}" srcOrd="0" destOrd="0" presId="urn:microsoft.com/office/officeart/2005/8/layout/venn2"/>
    <dgm:cxn modelId="{F90DCB1B-1F89-427E-BA22-85F3403684CC}" type="presOf" srcId="{4544FCF7-F72F-450A-8E5D-77F0C266119C}" destId="{7C85691B-4AC0-458A-85A3-560A0AFC9B1D}" srcOrd="1" destOrd="0" presId="urn:microsoft.com/office/officeart/2005/8/layout/venn2"/>
    <dgm:cxn modelId="{76C783BD-FB0A-425B-ACBB-2A2E2A27271C}" type="presOf" srcId="{E039B54C-CC6A-4120-BCBE-EBFF69528BAA}" destId="{BECC886A-2BBF-4945-B12B-D5171EF4FBFD}" srcOrd="0" destOrd="0" presId="urn:microsoft.com/office/officeart/2005/8/layout/venn2"/>
    <dgm:cxn modelId="{8B5CEFC8-3474-400D-A0E5-EA4DAB39EF15}" type="presOf" srcId="{3586059A-C516-4E0F-A077-540BC7EC02B8}" destId="{5AAD1998-E71F-4B28-97B0-BDE64C6624BD}" srcOrd="0" destOrd="0" presId="urn:microsoft.com/office/officeart/2005/8/layout/venn2"/>
    <dgm:cxn modelId="{3144161A-C72C-4669-9DD8-AA3E881BB530}" type="presParOf" srcId="{BECC886A-2BBF-4945-B12B-D5171EF4FBFD}" destId="{2C45A353-9799-4B8F-87A1-DE8A51843CE8}" srcOrd="0" destOrd="0" presId="urn:microsoft.com/office/officeart/2005/8/layout/venn2"/>
    <dgm:cxn modelId="{5A146373-E5F7-42DB-B896-745589325D3C}" type="presParOf" srcId="{2C45A353-9799-4B8F-87A1-DE8A51843CE8}" destId="{5AAD1998-E71F-4B28-97B0-BDE64C6624BD}" srcOrd="0" destOrd="0" presId="urn:microsoft.com/office/officeart/2005/8/layout/venn2"/>
    <dgm:cxn modelId="{BD482E32-8AF5-44C1-AA30-914837AA007D}" type="presParOf" srcId="{2C45A353-9799-4B8F-87A1-DE8A51843CE8}" destId="{792A020E-1A3C-47F2-8F62-4973B8028727}" srcOrd="1" destOrd="0" presId="urn:microsoft.com/office/officeart/2005/8/layout/venn2"/>
    <dgm:cxn modelId="{FA82CFFE-93B9-4729-8081-79C0D0CC2B8D}" type="presParOf" srcId="{BECC886A-2BBF-4945-B12B-D5171EF4FBFD}" destId="{E0010D37-6F9A-4730-8848-885661A24BC9}" srcOrd="1" destOrd="0" presId="urn:microsoft.com/office/officeart/2005/8/layout/venn2"/>
    <dgm:cxn modelId="{BAABFE73-6FEB-433D-BB7F-04ADA2963A47}" type="presParOf" srcId="{E0010D37-6F9A-4730-8848-885661A24BC9}" destId="{0A5F0FB4-8055-4F3D-9A22-F08576D1EE48}" srcOrd="0" destOrd="0" presId="urn:microsoft.com/office/officeart/2005/8/layout/venn2"/>
    <dgm:cxn modelId="{3825DB0D-50CD-4D5D-A7D7-1340ECC04025}" type="presParOf" srcId="{E0010D37-6F9A-4730-8848-885661A24BC9}" destId="{EBA3BD97-9786-4300-B08E-A80952D9AFAF}" srcOrd="1" destOrd="0" presId="urn:microsoft.com/office/officeart/2005/8/layout/venn2"/>
    <dgm:cxn modelId="{F4406160-7DD1-462F-9F6A-E795B7A351E9}" type="presParOf" srcId="{BECC886A-2BBF-4945-B12B-D5171EF4FBFD}" destId="{E244AB36-B228-4DF5-8FE4-E2001F41DF27}" srcOrd="2" destOrd="0" presId="urn:microsoft.com/office/officeart/2005/8/layout/venn2"/>
    <dgm:cxn modelId="{2FFD2B40-3CCC-41CC-B1B9-267CC8C5417F}" type="presParOf" srcId="{E244AB36-B228-4DF5-8FE4-E2001F41DF27}" destId="{D3EE78EC-85D6-442C-A6F9-C4EFE009D106}" srcOrd="0" destOrd="0" presId="urn:microsoft.com/office/officeart/2005/8/layout/venn2"/>
    <dgm:cxn modelId="{E76AFA44-167F-4286-94E5-E4FEA58CB841}" type="presParOf" srcId="{E244AB36-B228-4DF5-8FE4-E2001F41DF27}" destId="{7C85691B-4AC0-458A-85A3-560A0AFC9B1D}"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6D1A2752-708F-4A6C-ADFD-8F20995AF299}" type="doc">
      <dgm:prSet loTypeId="urn:microsoft.com/office/officeart/2005/8/layout/target3" loCatId="list" qsTypeId="urn:microsoft.com/office/officeart/2005/8/quickstyle/3d3" qsCatId="3D" csTypeId="urn:microsoft.com/office/officeart/2005/8/colors/colorful4" csCatId="colorful" phldr="1"/>
      <dgm:spPr/>
      <dgm:t>
        <a:bodyPr/>
        <a:lstStyle/>
        <a:p>
          <a:endParaRPr lang="es-ES"/>
        </a:p>
      </dgm:t>
    </dgm:pt>
    <dgm:pt modelId="{362A7F4F-AC0E-4C8D-87EA-23542E76C5A4}">
      <dgm:prSet phldrT="[Texto]" custT="1"/>
      <dgm:spPr/>
      <dgm:t>
        <a:bodyPr/>
        <a:lstStyle/>
        <a:p>
          <a:r>
            <a:rPr lang="es-ES" sz="2800" dirty="0"/>
            <a:t>Paradigma</a:t>
          </a:r>
          <a:r>
            <a:rPr lang="es-ES" sz="3000" dirty="0"/>
            <a:t> </a:t>
          </a:r>
        </a:p>
      </dgm:t>
    </dgm:pt>
    <dgm:pt modelId="{54054B7E-F0AB-4892-930B-38114641B900}" type="parTrans" cxnId="{52DE8D5F-C7B4-438C-A6CF-8A6D0E615434}">
      <dgm:prSet/>
      <dgm:spPr/>
      <dgm:t>
        <a:bodyPr/>
        <a:lstStyle/>
        <a:p>
          <a:endParaRPr lang="es-ES"/>
        </a:p>
      </dgm:t>
    </dgm:pt>
    <dgm:pt modelId="{ABFDCBBB-9DA4-42AE-9EE2-A00A927C3692}" type="sibTrans" cxnId="{52DE8D5F-C7B4-438C-A6CF-8A6D0E615434}">
      <dgm:prSet/>
      <dgm:spPr/>
      <dgm:t>
        <a:bodyPr/>
        <a:lstStyle/>
        <a:p>
          <a:endParaRPr lang="es-ES"/>
        </a:p>
      </dgm:t>
    </dgm:pt>
    <dgm:pt modelId="{7086DB25-1597-4DD3-9381-90B32DD67527}">
      <dgm:prSet phldrT="[Texto]" custT="1"/>
      <dgm:spPr/>
      <dgm:t>
        <a:bodyPr/>
        <a:lstStyle/>
        <a:p>
          <a:r>
            <a:rPr lang="es-ES" sz="2000" dirty="0" smtClean="0"/>
            <a:t>Sistema de creencias teóricas-metodológicas del/a investigador/a.</a:t>
          </a:r>
          <a:endParaRPr lang="es-ES" sz="2000" b="1" dirty="0"/>
        </a:p>
      </dgm:t>
    </dgm:pt>
    <dgm:pt modelId="{1E8FE64E-572A-41DE-8F52-43651A6FE9A2}" type="parTrans" cxnId="{09BE7A6C-FE27-4550-ACCD-5F2F7A2AC02F}">
      <dgm:prSet/>
      <dgm:spPr/>
      <dgm:t>
        <a:bodyPr/>
        <a:lstStyle/>
        <a:p>
          <a:endParaRPr lang="es-ES"/>
        </a:p>
      </dgm:t>
    </dgm:pt>
    <dgm:pt modelId="{4D264029-808D-4AC7-BA8E-ACCE76C8C43B}" type="sibTrans" cxnId="{09BE7A6C-FE27-4550-ACCD-5F2F7A2AC02F}">
      <dgm:prSet/>
      <dgm:spPr/>
      <dgm:t>
        <a:bodyPr/>
        <a:lstStyle/>
        <a:p>
          <a:endParaRPr lang="es-ES"/>
        </a:p>
      </dgm:t>
    </dgm:pt>
    <dgm:pt modelId="{2DEDE43C-6E20-4262-8967-A2D5A8F308CE}">
      <dgm:prSet phldrT="[Texto]" custT="1"/>
      <dgm:spPr/>
      <dgm:t>
        <a:bodyPr/>
        <a:lstStyle/>
        <a:p>
          <a:r>
            <a:rPr lang="es-ES" sz="2800" dirty="0"/>
            <a:t>Teoría general </a:t>
          </a:r>
        </a:p>
      </dgm:t>
    </dgm:pt>
    <dgm:pt modelId="{47BB8D17-E2BE-49C4-881B-0623D1E94AF9}" type="parTrans" cxnId="{2D78FD11-AF79-4715-BB5C-3FC56E017252}">
      <dgm:prSet/>
      <dgm:spPr/>
      <dgm:t>
        <a:bodyPr/>
        <a:lstStyle/>
        <a:p>
          <a:endParaRPr lang="es-ES"/>
        </a:p>
      </dgm:t>
    </dgm:pt>
    <dgm:pt modelId="{F6F168E7-F37E-4A08-A12F-57E487C9646E}" type="sibTrans" cxnId="{2D78FD11-AF79-4715-BB5C-3FC56E017252}">
      <dgm:prSet/>
      <dgm:spPr/>
      <dgm:t>
        <a:bodyPr/>
        <a:lstStyle/>
        <a:p>
          <a:endParaRPr lang="es-ES"/>
        </a:p>
      </dgm:t>
    </dgm:pt>
    <dgm:pt modelId="{288318D7-5223-44C9-8A58-93CBA834D52D}">
      <dgm:prSet phldrT="[Texto]" custT="1"/>
      <dgm:spPr/>
      <dgm:t>
        <a:bodyPr/>
        <a:lstStyle/>
        <a:p>
          <a:r>
            <a:rPr lang="es-ES" sz="2800" dirty="0"/>
            <a:t>Teoría </a:t>
          </a:r>
        </a:p>
        <a:p>
          <a:r>
            <a:rPr lang="es-ES" sz="2800" dirty="0"/>
            <a:t>sustantiva</a:t>
          </a:r>
        </a:p>
      </dgm:t>
    </dgm:pt>
    <dgm:pt modelId="{AEEAC6C1-EBFD-4B7B-BACE-45E09F1192A4}" type="parTrans" cxnId="{11CAFE91-395D-4AEA-B263-AF7965F521A5}">
      <dgm:prSet/>
      <dgm:spPr/>
      <dgm:t>
        <a:bodyPr/>
        <a:lstStyle/>
        <a:p>
          <a:endParaRPr lang="es-ES"/>
        </a:p>
      </dgm:t>
    </dgm:pt>
    <dgm:pt modelId="{DB31F9F0-7221-4484-A517-24A59C871C2B}" type="sibTrans" cxnId="{11CAFE91-395D-4AEA-B263-AF7965F521A5}">
      <dgm:prSet/>
      <dgm:spPr/>
      <dgm:t>
        <a:bodyPr/>
        <a:lstStyle/>
        <a:p>
          <a:endParaRPr lang="es-ES"/>
        </a:p>
      </dgm:t>
    </dgm:pt>
    <dgm:pt modelId="{C9E73D32-4D84-49C6-80CE-EDE961090920}">
      <dgm:prSet phldrT="[Texto]" custT="1"/>
      <dgm:spPr/>
      <dgm:t>
        <a:bodyPr/>
        <a:lstStyle/>
        <a:p>
          <a:r>
            <a:rPr lang="es-ES" sz="2000" dirty="0" smtClean="0"/>
            <a:t>Proposiciones teóricas específicas que explican el fenómeno a estudiar.</a:t>
          </a:r>
          <a:endParaRPr lang="es-ES" sz="2000" dirty="0"/>
        </a:p>
      </dgm:t>
    </dgm:pt>
    <dgm:pt modelId="{08E5C44D-2AA2-41DD-8C59-506A56E7D109}" type="parTrans" cxnId="{B4B87331-A5D6-4605-A7C7-36EB2DC902DB}">
      <dgm:prSet/>
      <dgm:spPr/>
      <dgm:t>
        <a:bodyPr/>
        <a:lstStyle/>
        <a:p>
          <a:endParaRPr lang="es-ES"/>
        </a:p>
      </dgm:t>
    </dgm:pt>
    <dgm:pt modelId="{DDF0A30D-5D1D-4664-99F3-EFE51E46C21D}" type="sibTrans" cxnId="{B4B87331-A5D6-4605-A7C7-36EB2DC902DB}">
      <dgm:prSet/>
      <dgm:spPr/>
      <dgm:t>
        <a:bodyPr/>
        <a:lstStyle/>
        <a:p>
          <a:endParaRPr lang="es-ES"/>
        </a:p>
      </dgm:t>
    </dgm:pt>
    <dgm:pt modelId="{9CE2EC45-3D90-4C2E-BC7E-95513C0506F1}">
      <dgm:prSet phldrT="[Texto]" custT="1"/>
      <dgm:spPr/>
      <dgm:t>
        <a:bodyPr/>
        <a:lstStyle/>
        <a:p>
          <a:endParaRPr lang="es-ES" sz="1400" dirty="0"/>
        </a:p>
      </dgm:t>
    </dgm:pt>
    <dgm:pt modelId="{03458AA9-F22E-4D5B-84CA-8758CCA2CE57}" type="parTrans" cxnId="{CE111C12-5D52-4C82-9708-BA7218622BD0}">
      <dgm:prSet/>
      <dgm:spPr/>
      <dgm:t>
        <a:bodyPr/>
        <a:lstStyle/>
        <a:p>
          <a:endParaRPr lang="es-ES"/>
        </a:p>
      </dgm:t>
    </dgm:pt>
    <dgm:pt modelId="{C27CD0B6-72D7-4453-A465-FF81BA421F01}" type="sibTrans" cxnId="{CE111C12-5D52-4C82-9708-BA7218622BD0}">
      <dgm:prSet/>
      <dgm:spPr/>
      <dgm:t>
        <a:bodyPr/>
        <a:lstStyle/>
        <a:p>
          <a:endParaRPr lang="es-ES"/>
        </a:p>
      </dgm:t>
    </dgm:pt>
    <dgm:pt modelId="{2201779A-95DD-4AFB-804C-0AB4BE4BA553}">
      <dgm:prSet phldrT="[Texto]" custT="1"/>
      <dgm:spPr/>
      <dgm:t>
        <a:bodyPr/>
        <a:lstStyle/>
        <a:p>
          <a:r>
            <a:rPr lang="es-ES" sz="2000" dirty="0" smtClean="0"/>
            <a:t>Conjunto de proposiciones que explican procesos y fenómenos propios de una disciplina; y las características que asumen las relaciones entre el todo y las partes.</a:t>
          </a:r>
          <a:endParaRPr lang="es-ES" sz="2000" dirty="0"/>
        </a:p>
      </dgm:t>
    </dgm:pt>
    <dgm:pt modelId="{951AADE8-376E-4491-8221-BE66C4C9E0ED}" type="parTrans" cxnId="{2862D3A4-07F7-4994-87A0-B710772E31A0}">
      <dgm:prSet/>
      <dgm:spPr/>
      <dgm:t>
        <a:bodyPr/>
        <a:lstStyle/>
        <a:p>
          <a:endParaRPr lang="es-ES"/>
        </a:p>
      </dgm:t>
    </dgm:pt>
    <dgm:pt modelId="{39798AFA-29BB-495A-8FCF-4F3EEFE0E12F}" type="sibTrans" cxnId="{2862D3A4-07F7-4994-87A0-B710772E31A0}">
      <dgm:prSet/>
      <dgm:spPr/>
      <dgm:t>
        <a:bodyPr/>
        <a:lstStyle/>
        <a:p>
          <a:endParaRPr lang="es-ES"/>
        </a:p>
      </dgm:t>
    </dgm:pt>
    <dgm:pt modelId="{2570EE19-B018-4CF2-8A51-96C814376E43}">
      <dgm:prSet phldrT="[Texto]" custT="1"/>
      <dgm:spPr/>
      <dgm:t>
        <a:bodyPr/>
        <a:lstStyle/>
        <a:p>
          <a:endParaRPr lang="es-ES" sz="2000" dirty="0"/>
        </a:p>
      </dgm:t>
    </dgm:pt>
    <dgm:pt modelId="{1DDE7E0E-03FD-4F30-B921-10B1392513F1}" type="parTrans" cxnId="{E69BE711-6FD8-4B36-B8B2-016AD5950618}">
      <dgm:prSet/>
      <dgm:spPr/>
      <dgm:t>
        <a:bodyPr/>
        <a:lstStyle/>
        <a:p>
          <a:endParaRPr lang="es-ES"/>
        </a:p>
      </dgm:t>
    </dgm:pt>
    <dgm:pt modelId="{B6E76C10-4B67-468E-9878-92B2057E8958}" type="sibTrans" cxnId="{E69BE711-6FD8-4B36-B8B2-016AD5950618}">
      <dgm:prSet/>
      <dgm:spPr/>
      <dgm:t>
        <a:bodyPr/>
        <a:lstStyle/>
        <a:p>
          <a:endParaRPr lang="es-ES"/>
        </a:p>
      </dgm:t>
    </dgm:pt>
    <dgm:pt modelId="{4193C23E-6510-41A3-9FDA-44614CB6DAB1}" type="pres">
      <dgm:prSet presAssocID="{6D1A2752-708F-4A6C-ADFD-8F20995AF299}" presName="Name0" presStyleCnt="0">
        <dgm:presLayoutVars>
          <dgm:chMax val="7"/>
          <dgm:dir/>
          <dgm:animLvl val="lvl"/>
          <dgm:resizeHandles val="exact"/>
        </dgm:presLayoutVars>
      </dgm:prSet>
      <dgm:spPr/>
      <dgm:t>
        <a:bodyPr/>
        <a:lstStyle/>
        <a:p>
          <a:endParaRPr lang="es-ES"/>
        </a:p>
      </dgm:t>
    </dgm:pt>
    <dgm:pt modelId="{37025C2E-C710-4D21-BAAF-55E989447A1F}" type="pres">
      <dgm:prSet presAssocID="{362A7F4F-AC0E-4C8D-87EA-23542E76C5A4}" presName="circle1" presStyleLbl="node1" presStyleIdx="0" presStyleCnt="3"/>
      <dgm:spPr/>
      <dgm:t>
        <a:bodyPr/>
        <a:lstStyle/>
        <a:p>
          <a:endParaRPr lang="es-ES"/>
        </a:p>
      </dgm:t>
    </dgm:pt>
    <dgm:pt modelId="{34447E34-4536-46E6-8819-6A50928C51B1}" type="pres">
      <dgm:prSet presAssocID="{362A7F4F-AC0E-4C8D-87EA-23542E76C5A4}" presName="space" presStyleCnt="0"/>
      <dgm:spPr/>
      <dgm:t>
        <a:bodyPr/>
        <a:lstStyle/>
        <a:p>
          <a:endParaRPr lang="es-ES"/>
        </a:p>
      </dgm:t>
    </dgm:pt>
    <dgm:pt modelId="{52102F54-34FA-4ADB-ABA3-B85572B48227}" type="pres">
      <dgm:prSet presAssocID="{362A7F4F-AC0E-4C8D-87EA-23542E76C5A4}" presName="rect1" presStyleLbl="alignAcc1" presStyleIdx="0" presStyleCnt="3"/>
      <dgm:spPr/>
      <dgm:t>
        <a:bodyPr/>
        <a:lstStyle/>
        <a:p>
          <a:endParaRPr lang="es-ES"/>
        </a:p>
      </dgm:t>
    </dgm:pt>
    <dgm:pt modelId="{4B397C0D-AA54-4E1B-9215-7FAFC843221A}" type="pres">
      <dgm:prSet presAssocID="{2DEDE43C-6E20-4262-8967-A2D5A8F308CE}" presName="vertSpace2" presStyleLbl="node1" presStyleIdx="0" presStyleCnt="3"/>
      <dgm:spPr/>
      <dgm:t>
        <a:bodyPr/>
        <a:lstStyle/>
        <a:p>
          <a:endParaRPr lang="es-ES"/>
        </a:p>
      </dgm:t>
    </dgm:pt>
    <dgm:pt modelId="{69CF1790-3CB2-45B7-89BA-CDBA6307898B}" type="pres">
      <dgm:prSet presAssocID="{2DEDE43C-6E20-4262-8967-A2D5A8F308CE}" presName="circle2" presStyleLbl="node1" presStyleIdx="1" presStyleCnt="3"/>
      <dgm:spPr/>
      <dgm:t>
        <a:bodyPr/>
        <a:lstStyle/>
        <a:p>
          <a:endParaRPr lang="es-ES"/>
        </a:p>
      </dgm:t>
    </dgm:pt>
    <dgm:pt modelId="{CC6B0681-500D-44CD-A2C7-9E2B502E8EE0}" type="pres">
      <dgm:prSet presAssocID="{2DEDE43C-6E20-4262-8967-A2D5A8F308CE}" presName="rect2" presStyleLbl="alignAcc1" presStyleIdx="1" presStyleCnt="3"/>
      <dgm:spPr/>
      <dgm:t>
        <a:bodyPr/>
        <a:lstStyle/>
        <a:p>
          <a:endParaRPr lang="es-ES"/>
        </a:p>
      </dgm:t>
    </dgm:pt>
    <dgm:pt modelId="{8F6EF025-B508-42AA-A002-8C254411FA9B}" type="pres">
      <dgm:prSet presAssocID="{288318D7-5223-44C9-8A58-93CBA834D52D}" presName="vertSpace3" presStyleLbl="node1" presStyleIdx="1" presStyleCnt="3"/>
      <dgm:spPr/>
      <dgm:t>
        <a:bodyPr/>
        <a:lstStyle/>
        <a:p>
          <a:endParaRPr lang="es-ES"/>
        </a:p>
      </dgm:t>
    </dgm:pt>
    <dgm:pt modelId="{91C427C0-66C9-447A-8F65-F82345DDC860}" type="pres">
      <dgm:prSet presAssocID="{288318D7-5223-44C9-8A58-93CBA834D52D}" presName="circle3" presStyleLbl="node1" presStyleIdx="2" presStyleCnt="3"/>
      <dgm:spPr/>
      <dgm:t>
        <a:bodyPr/>
        <a:lstStyle/>
        <a:p>
          <a:endParaRPr lang="es-ES"/>
        </a:p>
      </dgm:t>
    </dgm:pt>
    <dgm:pt modelId="{056ED11B-6B25-479F-A724-E5E8E1724545}" type="pres">
      <dgm:prSet presAssocID="{288318D7-5223-44C9-8A58-93CBA834D52D}" presName="rect3" presStyleLbl="alignAcc1" presStyleIdx="2" presStyleCnt="3" custScaleX="100000" custLinFactNeighborX="-436" custLinFactNeighborY="3720"/>
      <dgm:spPr/>
      <dgm:t>
        <a:bodyPr/>
        <a:lstStyle/>
        <a:p>
          <a:endParaRPr lang="es-ES"/>
        </a:p>
      </dgm:t>
    </dgm:pt>
    <dgm:pt modelId="{DFAC4385-0CD1-4E8C-AF72-8CCA6CAFE508}" type="pres">
      <dgm:prSet presAssocID="{362A7F4F-AC0E-4C8D-87EA-23542E76C5A4}" presName="rect1ParTx" presStyleLbl="alignAcc1" presStyleIdx="2" presStyleCnt="3">
        <dgm:presLayoutVars>
          <dgm:chMax val="1"/>
          <dgm:bulletEnabled val="1"/>
        </dgm:presLayoutVars>
      </dgm:prSet>
      <dgm:spPr/>
      <dgm:t>
        <a:bodyPr/>
        <a:lstStyle/>
        <a:p>
          <a:endParaRPr lang="es-ES"/>
        </a:p>
      </dgm:t>
    </dgm:pt>
    <dgm:pt modelId="{D9C420C4-8B9A-40B5-86AA-2ED8B755E938}" type="pres">
      <dgm:prSet presAssocID="{362A7F4F-AC0E-4C8D-87EA-23542E76C5A4}" presName="rect1ChTx" presStyleLbl="alignAcc1" presStyleIdx="2" presStyleCnt="3" custScaleX="110975">
        <dgm:presLayoutVars>
          <dgm:bulletEnabled val="1"/>
        </dgm:presLayoutVars>
      </dgm:prSet>
      <dgm:spPr/>
      <dgm:t>
        <a:bodyPr/>
        <a:lstStyle/>
        <a:p>
          <a:endParaRPr lang="es-ES"/>
        </a:p>
      </dgm:t>
    </dgm:pt>
    <dgm:pt modelId="{2FD02DCB-9935-432E-9283-2D6CC0757CBF}" type="pres">
      <dgm:prSet presAssocID="{2DEDE43C-6E20-4262-8967-A2D5A8F308CE}" presName="rect2ParTx" presStyleLbl="alignAcc1" presStyleIdx="2" presStyleCnt="3">
        <dgm:presLayoutVars>
          <dgm:chMax val="1"/>
          <dgm:bulletEnabled val="1"/>
        </dgm:presLayoutVars>
      </dgm:prSet>
      <dgm:spPr/>
      <dgm:t>
        <a:bodyPr/>
        <a:lstStyle/>
        <a:p>
          <a:endParaRPr lang="es-ES"/>
        </a:p>
      </dgm:t>
    </dgm:pt>
    <dgm:pt modelId="{F2B48B94-5AA1-48A8-AAD9-32ABAB0CEE2C}" type="pres">
      <dgm:prSet presAssocID="{2DEDE43C-6E20-4262-8967-A2D5A8F308CE}" presName="rect2ChTx" presStyleLbl="alignAcc1" presStyleIdx="2" presStyleCnt="3" custScaleX="106030" custScaleY="100000">
        <dgm:presLayoutVars>
          <dgm:bulletEnabled val="1"/>
        </dgm:presLayoutVars>
      </dgm:prSet>
      <dgm:spPr/>
      <dgm:t>
        <a:bodyPr/>
        <a:lstStyle/>
        <a:p>
          <a:endParaRPr lang="es-ES"/>
        </a:p>
      </dgm:t>
    </dgm:pt>
    <dgm:pt modelId="{C3B081E9-74CE-404E-B8E2-BC38FF94EBD7}" type="pres">
      <dgm:prSet presAssocID="{288318D7-5223-44C9-8A58-93CBA834D52D}" presName="rect3ParTx" presStyleLbl="alignAcc1" presStyleIdx="2" presStyleCnt="3">
        <dgm:presLayoutVars>
          <dgm:chMax val="1"/>
          <dgm:bulletEnabled val="1"/>
        </dgm:presLayoutVars>
      </dgm:prSet>
      <dgm:spPr/>
      <dgm:t>
        <a:bodyPr/>
        <a:lstStyle/>
        <a:p>
          <a:endParaRPr lang="es-ES"/>
        </a:p>
      </dgm:t>
    </dgm:pt>
    <dgm:pt modelId="{CB36CAAF-0C89-4928-B93A-DD927E4920A6}" type="pres">
      <dgm:prSet presAssocID="{288318D7-5223-44C9-8A58-93CBA834D52D}" presName="rect3ChTx" presStyleLbl="alignAcc1" presStyleIdx="2" presStyleCnt="3" custScaleX="112344" custScaleY="100000">
        <dgm:presLayoutVars>
          <dgm:bulletEnabled val="1"/>
        </dgm:presLayoutVars>
      </dgm:prSet>
      <dgm:spPr/>
      <dgm:t>
        <a:bodyPr/>
        <a:lstStyle/>
        <a:p>
          <a:endParaRPr lang="es-ES"/>
        </a:p>
      </dgm:t>
    </dgm:pt>
  </dgm:ptLst>
  <dgm:cxnLst>
    <dgm:cxn modelId="{52DE8D5F-C7B4-438C-A6CF-8A6D0E615434}" srcId="{6D1A2752-708F-4A6C-ADFD-8F20995AF299}" destId="{362A7F4F-AC0E-4C8D-87EA-23542E76C5A4}" srcOrd="0" destOrd="0" parTransId="{54054B7E-F0AB-4892-930B-38114641B900}" sibTransId="{ABFDCBBB-9DA4-42AE-9EE2-A00A927C3692}"/>
    <dgm:cxn modelId="{11CAFE91-395D-4AEA-B263-AF7965F521A5}" srcId="{6D1A2752-708F-4A6C-ADFD-8F20995AF299}" destId="{288318D7-5223-44C9-8A58-93CBA834D52D}" srcOrd="2" destOrd="0" parTransId="{AEEAC6C1-EBFD-4B7B-BACE-45E09F1192A4}" sibTransId="{DB31F9F0-7221-4484-A517-24A59C871C2B}"/>
    <dgm:cxn modelId="{76A43613-0F83-4889-9D2C-3AC26C658649}" type="presOf" srcId="{2570EE19-B018-4CF2-8A51-96C814376E43}" destId="{F2B48B94-5AA1-48A8-AAD9-32ABAB0CEE2C}" srcOrd="0" destOrd="0" presId="urn:microsoft.com/office/officeart/2005/8/layout/target3"/>
    <dgm:cxn modelId="{E69BE711-6FD8-4B36-B8B2-016AD5950618}" srcId="{2DEDE43C-6E20-4262-8967-A2D5A8F308CE}" destId="{2570EE19-B018-4CF2-8A51-96C814376E43}" srcOrd="0" destOrd="0" parTransId="{1DDE7E0E-03FD-4F30-B921-10B1392513F1}" sibTransId="{B6E76C10-4B67-468E-9878-92B2057E8958}"/>
    <dgm:cxn modelId="{0C3F29C4-23E8-41D8-A83C-BC0B89DB444C}" type="presOf" srcId="{6D1A2752-708F-4A6C-ADFD-8F20995AF299}" destId="{4193C23E-6510-41A3-9FDA-44614CB6DAB1}" srcOrd="0" destOrd="0" presId="urn:microsoft.com/office/officeart/2005/8/layout/target3"/>
    <dgm:cxn modelId="{523C57B0-D6B3-43D4-86CA-089CD82FFE66}" type="presOf" srcId="{288318D7-5223-44C9-8A58-93CBA834D52D}" destId="{C3B081E9-74CE-404E-B8E2-BC38FF94EBD7}" srcOrd="1" destOrd="0" presId="urn:microsoft.com/office/officeart/2005/8/layout/target3"/>
    <dgm:cxn modelId="{CE111C12-5D52-4C82-9708-BA7218622BD0}" srcId="{2DEDE43C-6E20-4262-8967-A2D5A8F308CE}" destId="{9CE2EC45-3D90-4C2E-BC7E-95513C0506F1}" srcOrd="2" destOrd="0" parTransId="{03458AA9-F22E-4D5B-84CA-8758CCA2CE57}" sibTransId="{C27CD0B6-72D7-4453-A465-FF81BA421F01}"/>
    <dgm:cxn modelId="{2D78FD11-AF79-4715-BB5C-3FC56E017252}" srcId="{6D1A2752-708F-4A6C-ADFD-8F20995AF299}" destId="{2DEDE43C-6E20-4262-8967-A2D5A8F308CE}" srcOrd="1" destOrd="0" parTransId="{47BB8D17-E2BE-49C4-881B-0623D1E94AF9}" sibTransId="{F6F168E7-F37E-4A08-A12F-57E487C9646E}"/>
    <dgm:cxn modelId="{B4B87331-A5D6-4605-A7C7-36EB2DC902DB}" srcId="{288318D7-5223-44C9-8A58-93CBA834D52D}" destId="{C9E73D32-4D84-49C6-80CE-EDE961090920}" srcOrd="0" destOrd="0" parTransId="{08E5C44D-2AA2-41DD-8C59-506A56E7D109}" sibTransId="{DDF0A30D-5D1D-4664-99F3-EFE51E46C21D}"/>
    <dgm:cxn modelId="{F60E3EFE-26B2-4C28-AFF6-9ECEF234BD6F}" type="presOf" srcId="{7086DB25-1597-4DD3-9381-90B32DD67527}" destId="{D9C420C4-8B9A-40B5-86AA-2ED8B755E938}" srcOrd="0" destOrd="0" presId="urn:microsoft.com/office/officeart/2005/8/layout/target3"/>
    <dgm:cxn modelId="{15A61935-16A6-4643-B0F0-2A075747C181}" type="presOf" srcId="{C9E73D32-4D84-49C6-80CE-EDE961090920}" destId="{CB36CAAF-0C89-4928-B93A-DD927E4920A6}" srcOrd="0" destOrd="0" presId="urn:microsoft.com/office/officeart/2005/8/layout/target3"/>
    <dgm:cxn modelId="{2862D3A4-07F7-4994-87A0-B710772E31A0}" srcId="{2DEDE43C-6E20-4262-8967-A2D5A8F308CE}" destId="{2201779A-95DD-4AFB-804C-0AB4BE4BA553}" srcOrd="1" destOrd="0" parTransId="{951AADE8-376E-4491-8221-BE66C4C9E0ED}" sibTransId="{39798AFA-29BB-495A-8FCF-4F3EEFE0E12F}"/>
    <dgm:cxn modelId="{67DDE04A-B0F6-421E-91F3-48164339667A}" type="presOf" srcId="{2DEDE43C-6E20-4262-8967-A2D5A8F308CE}" destId="{CC6B0681-500D-44CD-A2C7-9E2B502E8EE0}" srcOrd="0" destOrd="0" presId="urn:microsoft.com/office/officeart/2005/8/layout/target3"/>
    <dgm:cxn modelId="{C41C5CA6-E8A0-4A53-9D9F-8B53920F6DF7}" type="presOf" srcId="{2DEDE43C-6E20-4262-8967-A2D5A8F308CE}" destId="{2FD02DCB-9935-432E-9283-2D6CC0757CBF}" srcOrd="1" destOrd="0" presId="urn:microsoft.com/office/officeart/2005/8/layout/target3"/>
    <dgm:cxn modelId="{27ED114B-DCE9-4097-AD18-5F410BE32510}" type="presOf" srcId="{288318D7-5223-44C9-8A58-93CBA834D52D}" destId="{056ED11B-6B25-479F-A724-E5E8E1724545}" srcOrd="0" destOrd="0" presId="urn:microsoft.com/office/officeart/2005/8/layout/target3"/>
    <dgm:cxn modelId="{8B0E558E-54F0-43DA-9D29-7152B3A548CC}" type="presOf" srcId="{2201779A-95DD-4AFB-804C-0AB4BE4BA553}" destId="{F2B48B94-5AA1-48A8-AAD9-32ABAB0CEE2C}" srcOrd="0" destOrd="1" presId="urn:microsoft.com/office/officeart/2005/8/layout/target3"/>
    <dgm:cxn modelId="{BDC5FF96-5B23-4D3D-AFB1-50641376420A}" type="presOf" srcId="{9CE2EC45-3D90-4C2E-BC7E-95513C0506F1}" destId="{F2B48B94-5AA1-48A8-AAD9-32ABAB0CEE2C}" srcOrd="0" destOrd="2" presId="urn:microsoft.com/office/officeart/2005/8/layout/target3"/>
    <dgm:cxn modelId="{09BE7A6C-FE27-4550-ACCD-5F2F7A2AC02F}" srcId="{362A7F4F-AC0E-4C8D-87EA-23542E76C5A4}" destId="{7086DB25-1597-4DD3-9381-90B32DD67527}" srcOrd="0" destOrd="0" parTransId="{1E8FE64E-572A-41DE-8F52-43651A6FE9A2}" sibTransId="{4D264029-808D-4AC7-BA8E-ACCE76C8C43B}"/>
    <dgm:cxn modelId="{939C238F-47C4-4A76-80B6-D898DBE695D4}" type="presOf" srcId="{362A7F4F-AC0E-4C8D-87EA-23542E76C5A4}" destId="{52102F54-34FA-4ADB-ABA3-B85572B48227}" srcOrd="0" destOrd="0" presId="urn:microsoft.com/office/officeart/2005/8/layout/target3"/>
    <dgm:cxn modelId="{64F331E2-3C80-4C02-857E-94EE381B3546}" type="presOf" srcId="{362A7F4F-AC0E-4C8D-87EA-23542E76C5A4}" destId="{DFAC4385-0CD1-4E8C-AF72-8CCA6CAFE508}" srcOrd="1" destOrd="0" presId="urn:microsoft.com/office/officeart/2005/8/layout/target3"/>
    <dgm:cxn modelId="{BC9BDD40-5428-44BD-ACA1-E7C010F98CEE}" type="presParOf" srcId="{4193C23E-6510-41A3-9FDA-44614CB6DAB1}" destId="{37025C2E-C710-4D21-BAAF-55E989447A1F}" srcOrd="0" destOrd="0" presId="urn:microsoft.com/office/officeart/2005/8/layout/target3"/>
    <dgm:cxn modelId="{758915BD-1310-4EFD-91DB-99D98E598D5E}" type="presParOf" srcId="{4193C23E-6510-41A3-9FDA-44614CB6DAB1}" destId="{34447E34-4536-46E6-8819-6A50928C51B1}" srcOrd="1" destOrd="0" presId="urn:microsoft.com/office/officeart/2005/8/layout/target3"/>
    <dgm:cxn modelId="{84881DDB-9C91-441F-8A72-7CC6EECD5270}" type="presParOf" srcId="{4193C23E-6510-41A3-9FDA-44614CB6DAB1}" destId="{52102F54-34FA-4ADB-ABA3-B85572B48227}" srcOrd="2" destOrd="0" presId="urn:microsoft.com/office/officeart/2005/8/layout/target3"/>
    <dgm:cxn modelId="{6B32936E-4362-457A-A3E4-AF30891B9E12}" type="presParOf" srcId="{4193C23E-6510-41A3-9FDA-44614CB6DAB1}" destId="{4B397C0D-AA54-4E1B-9215-7FAFC843221A}" srcOrd="3" destOrd="0" presId="urn:microsoft.com/office/officeart/2005/8/layout/target3"/>
    <dgm:cxn modelId="{5693B4A2-93BA-4E95-97B8-B9C1A51E076A}" type="presParOf" srcId="{4193C23E-6510-41A3-9FDA-44614CB6DAB1}" destId="{69CF1790-3CB2-45B7-89BA-CDBA6307898B}" srcOrd="4" destOrd="0" presId="urn:microsoft.com/office/officeart/2005/8/layout/target3"/>
    <dgm:cxn modelId="{383C0328-B9AB-4206-B4BD-9794C09BF83A}" type="presParOf" srcId="{4193C23E-6510-41A3-9FDA-44614CB6DAB1}" destId="{CC6B0681-500D-44CD-A2C7-9E2B502E8EE0}" srcOrd="5" destOrd="0" presId="urn:microsoft.com/office/officeart/2005/8/layout/target3"/>
    <dgm:cxn modelId="{1755AE7E-AFB6-4614-842F-71FDB3C963E3}" type="presParOf" srcId="{4193C23E-6510-41A3-9FDA-44614CB6DAB1}" destId="{8F6EF025-B508-42AA-A002-8C254411FA9B}" srcOrd="6" destOrd="0" presId="urn:microsoft.com/office/officeart/2005/8/layout/target3"/>
    <dgm:cxn modelId="{C8328D52-35FB-46D4-9F5E-AF0441C5E553}" type="presParOf" srcId="{4193C23E-6510-41A3-9FDA-44614CB6DAB1}" destId="{91C427C0-66C9-447A-8F65-F82345DDC860}" srcOrd="7" destOrd="0" presId="urn:microsoft.com/office/officeart/2005/8/layout/target3"/>
    <dgm:cxn modelId="{67AFF521-E80E-480B-9DB1-8A1C5FE2D7BB}" type="presParOf" srcId="{4193C23E-6510-41A3-9FDA-44614CB6DAB1}" destId="{056ED11B-6B25-479F-A724-E5E8E1724545}" srcOrd="8" destOrd="0" presId="urn:microsoft.com/office/officeart/2005/8/layout/target3"/>
    <dgm:cxn modelId="{9B906622-F8AB-46E7-85AF-7448356CDA6F}" type="presParOf" srcId="{4193C23E-6510-41A3-9FDA-44614CB6DAB1}" destId="{DFAC4385-0CD1-4E8C-AF72-8CCA6CAFE508}" srcOrd="9" destOrd="0" presId="urn:microsoft.com/office/officeart/2005/8/layout/target3"/>
    <dgm:cxn modelId="{590E696A-34CB-4D89-86A7-1A69E82CF9A7}" type="presParOf" srcId="{4193C23E-6510-41A3-9FDA-44614CB6DAB1}" destId="{D9C420C4-8B9A-40B5-86AA-2ED8B755E938}" srcOrd="10" destOrd="0" presId="urn:microsoft.com/office/officeart/2005/8/layout/target3"/>
    <dgm:cxn modelId="{32C54ACD-D8CD-4B14-A897-F455698FD5AF}" type="presParOf" srcId="{4193C23E-6510-41A3-9FDA-44614CB6DAB1}" destId="{2FD02DCB-9935-432E-9283-2D6CC0757CBF}" srcOrd="11" destOrd="0" presId="urn:microsoft.com/office/officeart/2005/8/layout/target3"/>
    <dgm:cxn modelId="{A9FF28F7-01BA-4CDE-9677-D8BCF8641B1C}" type="presParOf" srcId="{4193C23E-6510-41A3-9FDA-44614CB6DAB1}" destId="{F2B48B94-5AA1-48A8-AAD9-32ABAB0CEE2C}" srcOrd="12" destOrd="0" presId="urn:microsoft.com/office/officeart/2005/8/layout/target3"/>
    <dgm:cxn modelId="{A99E2229-F010-46EA-BE61-FBC1CD8F5B3C}" type="presParOf" srcId="{4193C23E-6510-41A3-9FDA-44614CB6DAB1}" destId="{C3B081E9-74CE-404E-B8E2-BC38FF94EBD7}" srcOrd="13" destOrd="0" presId="urn:microsoft.com/office/officeart/2005/8/layout/target3"/>
    <dgm:cxn modelId="{EFD871C8-3344-49A0-8608-67EE0AA57487}" type="presParOf" srcId="{4193C23E-6510-41A3-9FDA-44614CB6DAB1}" destId="{CB36CAAF-0C89-4928-B93A-DD927E4920A6}" srcOrd="1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1A2752-708F-4A6C-ADFD-8F20995AF299}" type="doc">
      <dgm:prSet loTypeId="urn:microsoft.com/office/officeart/2005/8/layout/target3" loCatId="list" qsTypeId="urn:microsoft.com/office/officeart/2005/8/quickstyle/simple4" qsCatId="simple" csTypeId="urn:microsoft.com/office/officeart/2005/8/colors/colorful4" csCatId="colorful" phldr="1"/>
      <dgm:spPr/>
      <dgm:t>
        <a:bodyPr/>
        <a:lstStyle/>
        <a:p>
          <a:endParaRPr lang="es-ES"/>
        </a:p>
      </dgm:t>
    </dgm:pt>
    <dgm:pt modelId="{362A7F4F-AC0E-4C8D-87EA-23542E76C5A4}">
      <dgm:prSet phldrT="[Texto]" custT="1"/>
      <dgm:spPr/>
      <dgm:t>
        <a:bodyPr/>
        <a:lstStyle/>
        <a:p>
          <a:r>
            <a:rPr lang="es-ES" sz="2800" dirty="0" smtClean="0"/>
            <a:t>Paradigma</a:t>
          </a:r>
          <a:r>
            <a:rPr lang="es-ES" sz="3000" dirty="0" smtClean="0"/>
            <a:t> </a:t>
          </a:r>
          <a:endParaRPr lang="es-ES" sz="3000" dirty="0"/>
        </a:p>
      </dgm:t>
    </dgm:pt>
    <dgm:pt modelId="{54054B7E-F0AB-4892-930B-38114641B900}" type="parTrans" cxnId="{52DE8D5F-C7B4-438C-A6CF-8A6D0E615434}">
      <dgm:prSet/>
      <dgm:spPr/>
      <dgm:t>
        <a:bodyPr/>
        <a:lstStyle/>
        <a:p>
          <a:endParaRPr lang="es-ES"/>
        </a:p>
      </dgm:t>
    </dgm:pt>
    <dgm:pt modelId="{ABFDCBBB-9DA4-42AE-9EE2-A00A927C3692}" type="sibTrans" cxnId="{52DE8D5F-C7B4-438C-A6CF-8A6D0E615434}">
      <dgm:prSet/>
      <dgm:spPr/>
      <dgm:t>
        <a:bodyPr/>
        <a:lstStyle/>
        <a:p>
          <a:endParaRPr lang="es-ES"/>
        </a:p>
      </dgm:t>
    </dgm:pt>
    <dgm:pt modelId="{7086DB25-1597-4DD3-9381-90B32DD67527}">
      <dgm:prSet phldrT="[Texto]" custT="1"/>
      <dgm:spPr/>
      <dgm:t>
        <a:bodyPr/>
        <a:lstStyle/>
        <a:p>
          <a:r>
            <a:rPr lang="es-MX" sz="1800" b="1" dirty="0" smtClean="0"/>
            <a:t>La realidad social y natural está conformada por sistemas </a:t>
          </a:r>
          <a:r>
            <a:rPr lang="es-MX" sz="1800" b="0" dirty="0" smtClean="0"/>
            <a:t>que, para ser descriptos y comprendidos requieren abordar sus componentes, pero también las relaciones entre ellos.</a:t>
          </a:r>
          <a:endParaRPr lang="es-ES" sz="1800" b="0" dirty="0"/>
        </a:p>
      </dgm:t>
    </dgm:pt>
    <dgm:pt modelId="{1E8FE64E-572A-41DE-8F52-43651A6FE9A2}" type="parTrans" cxnId="{09BE7A6C-FE27-4550-ACCD-5F2F7A2AC02F}">
      <dgm:prSet/>
      <dgm:spPr/>
      <dgm:t>
        <a:bodyPr/>
        <a:lstStyle/>
        <a:p>
          <a:endParaRPr lang="es-ES"/>
        </a:p>
      </dgm:t>
    </dgm:pt>
    <dgm:pt modelId="{4D264029-808D-4AC7-BA8E-ACCE76C8C43B}" type="sibTrans" cxnId="{09BE7A6C-FE27-4550-ACCD-5F2F7A2AC02F}">
      <dgm:prSet/>
      <dgm:spPr/>
      <dgm:t>
        <a:bodyPr/>
        <a:lstStyle/>
        <a:p>
          <a:endParaRPr lang="es-ES"/>
        </a:p>
      </dgm:t>
    </dgm:pt>
    <dgm:pt modelId="{2DEDE43C-6E20-4262-8967-A2D5A8F308CE}">
      <dgm:prSet phldrT="[Texto]" custT="1"/>
      <dgm:spPr/>
      <dgm:t>
        <a:bodyPr/>
        <a:lstStyle/>
        <a:p>
          <a:r>
            <a:rPr lang="es-ES" sz="2800" dirty="0"/>
            <a:t>Teoría </a:t>
          </a:r>
          <a:endParaRPr lang="es-ES" sz="2800" dirty="0" smtClean="0"/>
        </a:p>
        <a:p>
          <a:r>
            <a:rPr lang="es-ES" sz="2800" dirty="0" smtClean="0"/>
            <a:t>General </a:t>
          </a:r>
          <a:endParaRPr lang="es-ES" sz="2800" dirty="0"/>
        </a:p>
      </dgm:t>
    </dgm:pt>
    <dgm:pt modelId="{47BB8D17-E2BE-49C4-881B-0623D1E94AF9}" type="parTrans" cxnId="{2D78FD11-AF79-4715-BB5C-3FC56E017252}">
      <dgm:prSet/>
      <dgm:spPr/>
      <dgm:t>
        <a:bodyPr/>
        <a:lstStyle/>
        <a:p>
          <a:endParaRPr lang="es-ES"/>
        </a:p>
      </dgm:t>
    </dgm:pt>
    <dgm:pt modelId="{F6F168E7-F37E-4A08-A12F-57E487C9646E}" type="sibTrans" cxnId="{2D78FD11-AF79-4715-BB5C-3FC56E017252}">
      <dgm:prSet/>
      <dgm:spPr/>
      <dgm:t>
        <a:bodyPr/>
        <a:lstStyle/>
        <a:p>
          <a:endParaRPr lang="es-ES"/>
        </a:p>
      </dgm:t>
    </dgm:pt>
    <dgm:pt modelId="{E7B30FD5-C6B3-49E7-BEC8-EFB7687BDA00}">
      <dgm:prSet phldrT="[Texto]" custT="1"/>
      <dgm:spPr/>
      <dgm:t>
        <a:bodyPr/>
        <a:lstStyle/>
        <a:p>
          <a:r>
            <a:rPr lang="es-MX" sz="1800" b="0" dirty="0" smtClean="0"/>
            <a:t>Los seres humanos tienen limitaciones que los obligan a cooperar entre sí y conforman </a:t>
          </a:r>
          <a:r>
            <a:rPr lang="es-MX" sz="1800" b="1" i="1" dirty="0" smtClean="0"/>
            <a:t>organizaciones</a:t>
          </a:r>
          <a:r>
            <a:rPr lang="es-MX" sz="1800" b="1" dirty="0" smtClean="0"/>
            <a:t> </a:t>
          </a:r>
          <a:r>
            <a:rPr lang="es-MX" sz="1800" b="0" dirty="0" smtClean="0"/>
            <a:t>para lograr metas que no podrían alcanzar individualmente.</a:t>
          </a:r>
          <a:endParaRPr lang="es-ES" sz="1800" b="0" dirty="0"/>
        </a:p>
      </dgm:t>
    </dgm:pt>
    <dgm:pt modelId="{D2190022-853B-40E6-A487-F718358DFE4E}" type="parTrans" cxnId="{EF784D5F-8A80-4DD1-AB07-5769F84AA163}">
      <dgm:prSet/>
      <dgm:spPr/>
      <dgm:t>
        <a:bodyPr/>
        <a:lstStyle/>
        <a:p>
          <a:endParaRPr lang="es-ES"/>
        </a:p>
      </dgm:t>
    </dgm:pt>
    <dgm:pt modelId="{7CBFAF39-3379-4324-BECB-14A665CCA740}" type="sibTrans" cxnId="{EF784D5F-8A80-4DD1-AB07-5769F84AA163}">
      <dgm:prSet/>
      <dgm:spPr/>
      <dgm:t>
        <a:bodyPr/>
        <a:lstStyle/>
        <a:p>
          <a:endParaRPr lang="es-ES"/>
        </a:p>
      </dgm:t>
    </dgm:pt>
    <dgm:pt modelId="{288318D7-5223-44C9-8A58-93CBA834D52D}">
      <dgm:prSet phldrT="[Texto]" custT="1"/>
      <dgm:spPr/>
      <dgm:t>
        <a:bodyPr/>
        <a:lstStyle/>
        <a:p>
          <a:r>
            <a:rPr lang="es-ES" sz="2800" dirty="0"/>
            <a:t>Teoría </a:t>
          </a:r>
        </a:p>
        <a:p>
          <a:r>
            <a:rPr lang="es-ES" sz="2800" dirty="0"/>
            <a:t>sustantiva</a:t>
          </a:r>
        </a:p>
      </dgm:t>
    </dgm:pt>
    <dgm:pt modelId="{AEEAC6C1-EBFD-4B7B-BACE-45E09F1192A4}" type="parTrans" cxnId="{11CAFE91-395D-4AEA-B263-AF7965F521A5}">
      <dgm:prSet/>
      <dgm:spPr/>
      <dgm:t>
        <a:bodyPr/>
        <a:lstStyle/>
        <a:p>
          <a:endParaRPr lang="es-ES"/>
        </a:p>
      </dgm:t>
    </dgm:pt>
    <dgm:pt modelId="{DB31F9F0-7221-4484-A517-24A59C871C2B}" type="sibTrans" cxnId="{11CAFE91-395D-4AEA-B263-AF7965F521A5}">
      <dgm:prSet/>
      <dgm:spPr/>
      <dgm:t>
        <a:bodyPr/>
        <a:lstStyle/>
        <a:p>
          <a:endParaRPr lang="es-ES"/>
        </a:p>
      </dgm:t>
    </dgm:pt>
    <dgm:pt modelId="{C9E73D32-4D84-49C6-80CE-EDE961090920}">
      <dgm:prSet phldrT="[Texto]" custT="1"/>
      <dgm:spPr/>
      <dgm:t>
        <a:bodyPr/>
        <a:lstStyle/>
        <a:p>
          <a:r>
            <a:rPr lang="es-MX" sz="1800" b="0" dirty="0" smtClean="0"/>
            <a:t>El </a:t>
          </a:r>
          <a:r>
            <a:rPr lang="es-MX" sz="1800" b="1" dirty="0" smtClean="0"/>
            <a:t>clima organizacional </a:t>
          </a:r>
          <a:r>
            <a:rPr lang="es-MX" sz="1800" b="0" dirty="0" smtClean="0"/>
            <a:t>es una propiedad del ambiente organizacional descrita por sus miembros. </a:t>
          </a:r>
          <a:endParaRPr lang="es-ES" sz="1800" b="0" dirty="0"/>
        </a:p>
      </dgm:t>
    </dgm:pt>
    <dgm:pt modelId="{08E5C44D-2AA2-41DD-8C59-506A56E7D109}" type="parTrans" cxnId="{B4B87331-A5D6-4605-A7C7-36EB2DC902DB}">
      <dgm:prSet/>
      <dgm:spPr/>
      <dgm:t>
        <a:bodyPr/>
        <a:lstStyle/>
        <a:p>
          <a:endParaRPr lang="es-ES"/>
        </a:p>
      </dgm:t>
    </dgm:pt>
    <dgm:pt modelId="{DDF0A30D-5D1D-4664-99F3-EFE51E46C21D}" type="sibTrans" cxnId="{B4B87331-A5D6-4605-A7C7-36EB2DC902DB}">
      <dgm:prSet/>
      <dgm:spPr/>
      <dgm:t>
        <a:bodyPr/>
        <a:lstStyle/>
        <a:p>
          <a:endParaRPr lang="es-ES"/>
        </a:p>
      </dgm:t>
    </dgm:pt>
    <dgm:pt modelId="{FC83396C-27DA-4753-B1AC-2723D339F8FA}">
      <dgm:prSet custT="1"/>
      <dgm:spPr/>
      <dgm:t>
        <a:bodyPr/>
        <a:lstStyle/>
        <a:p>
          <a:endParaRPr lang="es-ES" sz="1600" b="1" dirty="0"/>
        </a:p>
      </dgm:t>
    </dgm:pt>
    <dgm:pt modelId="{E10A4D67-7C3C-42BE-AA23-23A7BD7DA402}" type="parTrans" cxnId="{9A5946E0-6BDF-4A5C-A773-5CF89C6D645E}">
      <dgm:prSet/>
      <dgm:spPr/>
      <dgm:t>
        <a:bodyPr/>
        <a:lstStyle/>
        <a:p>
          <a:endParaRPr lang="es-ES"/>
        </a:p>
      </dgm:t>
    </dgm:pt>
    <dgm:pt modelId="{FA5707F3-3ADD-45A2-8806-C45B938369AF}" type="sibTrans" cxnId="{9A5946E0-6BDF-4A5C-A773-5CF89C6D645E}">
      <dgm:prSet/>
      <dgm:spPr/>
      <dgm:t>
        <a:bodyPr/>
        <a:lstStyle/>
        <a:p>
          <a:endParaRPr lang="es-ES"/>
        </a:p>
      </dgm:t>
    </dgm:pt>
    <dgm:pt modelId="{94951CED-04E0-47EC-9500-14B352005A4C}">
      <dgm:prSet phldrT="[Texto]" custT="1"/>
      <dgm:spPr/>
      <dgm:t>
        <a:bodyPr/>
        <a:lstStyle/>
        <a:p>
          <a:endParaRPr lang="es-ES" sz="1600" b="0" dirty="0"/>
        </a:p>
      </dgm:t>
    </dgm:pt>
    <dgm:pt modelId="{B91F55CE-E6E8-4BCA-AA2D-EB143604646F}" type="parTrans" cxnId="{4C3B2D58-72FD-4D0F-940F-8497D58CD7EF}">
      <dgm:prSet/>
      <dgm:spPr/>
      <dgm:t>
        <a:bodyPr/>
        <a:lstStyle/>
        <a:p>
          <a:endParaRPr lang="es-ES"/>
        </a:p>
      </dgm:t>
    </dgm:pt>
    <dgm:pt modelId="{CD297680-F098-4D4B-AD48-A00EDA386709}" type="sibTrans" cxnId="{4C3B2D58-72FD-4D0F-940F-8497D58CD7EF}">
      <dgm:prSet/>
      <dgm:spPr/>
      <dgm:t>
        <a:bodyPr/>
        <a:lstStyle/>
        <a:p>
          <a:endParaRPr lang="es-ES"/>
        </a:p>
      </dgm:t>
    </dgm:pt>
    <dgm:pt modelId="{029F74EB-27A8-4830-9483-3E76FC9A1901}">
      <dgm:prSet custT="1"/>
      <dgm:spPr/>
      <dgm:t>
        <a:bodyPr/>
        <a:lstStyle/>
        <a:p>
          <a:endParaRPr lang="es-ES" sz="1600" b="1" dirty="0"/>
        </a:p>
      </dgm:t>
    </dgm:pt>
    <dgm:pt modelId="{6EC3FBB6-A1FA-4A12-80F0-58175A583327}" type="parTrans" cxnId="{782D3A4D-8731-492A-BDA8-0743FD840676}">
      <dgm:prSet/>
      <dgm:spPr/>
      <dgm:t>
        <a:bodyPr/>
        <a:lstStyle/>
        <a:p>
          <a:endParaRPr lang="es-ES"/>
        </a:p>
      </dgm:t>
    </dgm:pt>
    <dgm:pt modelId="{E73177C3-DA5E-4073-B19B-DC0D5F098AA0}" type="sibTrans" cxnId="{782D3A4D-8731-492A-BDA8-0743FD840676}">
      <dgm:prSet/>
      <dgm:spPr/>
      <dgm:t>
        <a:bodyPr/>
        <a:lstStyle/>
        <a:p>
          <a:endParaRPr lang="es-ES"/>
        </a:p>
      </dgm:t>
    </dgm:pt>
    <dgm:pt modelId="{8C51495C-04B2-4B4C-BC52-3D62C66B053C}">
      <dgm:prSet phldrT="[Texto]" custT="1"/>
      <dgm:spPr/>
      <dgm:t>
        <a:bodyPr/>
        <a:lstStyle/>
        <a:p>
          <a:r>
            <a:rPr lang="es-MX" sz="1800" b="0" dirty="0" smtClean="0"/>
            <a:t>La </a:t>
          </a:r>
          <a:r>
            <a:rPr lang="es-MX" sz="1800" b="1" dirty="0" smtClean="0"/>
            <a:t>satisfacción laboral </a:t>
          </a:r>
          <a:r>
            <a:rPr lang="es-MX" sz="1800" b="0" dirty="0" smtClean="0"/>
            <a:t>es la disposición hacia el trabajo, basada en creencias y valores desarrollados a partir de su experiencia ocupacional </a:t>
          </a:r>
          <a:endParaRPr lang="es-ES" sz="1800" b="0" dirty="0"/>
        </a:p>
      </dgm:t>
    </dgm:pt>
    <dgm:pt modelId="{96613CF8-AB63-43C2-BF33-3A7EFE2E0C05}" type="parTrans" cxnId="{CCD98BC2-94AA-4F87-BF78-719EE2B63140}">
      <dgm:prSet/>
      <dgm:spPr/>
      <dgm:t>
        <a:bodyPr/>
        <a:lstStyle/>
        <a:p>
          <a:endParaRPr lang="es-ES"/>
        </a:p>
      </dgm:t>
    </dgm:pt>
    <dgm:pt modelId="{0AB5D830-8A94-4FF8-A59D-1738E6438353}" type="sibTrans" cxnId="{CCD98BC2-94AA-4F87-BF78-719EE2B63140}">
      <dgm:prSet/>
      <dgm:spPr/>
      <dgm:t>
        <a:bodyPr/>
        <a:lstStyle/>
        <a:p>
          <a:endParaRPr lang="es-ES"/>
        </a:p>
      </dgm:t>
    </dgm:pt>
    <dgm:pt modelId="{0D4C88D1-AD34-4D5C-8D27-11F832A6FA8E}">
      <dgm:prSet phldrT="[Texto]" custT="1"/>
      <dgm:spPr/>
      <dgm:t>
        <a:bodyPr/>
        <a:lstStyle/>
        <a:p>
          <a:endParaRPr lang="es-ES" sz="1600" b="1" dirty="0"/>
        </a:p>
      </dgm:t>
    </dgm:pt>
    <dgm:pt modelId="{72384754-374E-4AE6-801D-1E1790CE5A2B}" type="parTrans" cxnId="{5CDBC06F-0CA9-4C03-9CD9-479741673F70}">
      <dgm:prSet/>
      <dgm:spPr/>
      <dgm:t>
        <a:bodyPr/>
        <a:lstStyle/>
        <a:p>
          <a:endParaRPr lang="es-ES"/>
        </a:p>
      </dgm:t>
    </dgm:pt>
    <dgm:pt modelId="{CFFE5824-ADE4-40D5-BAA2-59BCF77913C3}" type="sibTrans" cxnId="{5CDBC06F-0CA9-4C03-9CD9-479741673F70}">
      <dgm:prSet/>
      <dgm:spPr/>
      <dgm:t>
        <a:bodyPr/>
        <a:lstStyle/>
        <a:p>
          <a:endParaRPr lang="es-ES"/>
        </a:p>
      </dgm:t>
    </dgm:pt>
    <dgm:pt modelId="{9F2BA04C-5159-4B2A-BEF7-E9A185D5C188}">
      <dgm:prSet phldrT="[Texto]" custT="1"/>
      <dgm:spPr/>
      <dgm:t>
        <a:bodyPr/>
        <a:lstStyle/>
        <a:p>
          <a:endParaRPr lang="es-ES" sz="1600" b="1" dirty="0"/>
        </a:p>
      </dgm:t>
    </dgm:pt>
    <dgm:pt modelId="{3768B932-7F96-4577-9449-055D810A1167}" type="parTrans" cxnId="{86D77189-B224-4E2D-BEFB-28E7CA8675F7}">
      <dgm:prSet/>
      <dgm:spPr/>
      <dgm:t>
        <a:bodyPr/>
        <a:lstStyle/>
        <a:p>
          <a:endParaRPr lang="es-ES"/>
        </a:p>
      </dgm:t>
    </dgm:pt>
    <dgm:pt modelId="{420253C5-08A3-490C-9F20-F29E4FC865F8}" type="sibTrans" cxnId="{86D77189-B224-4E2D-BEFB-28E7CA8675F7}">
      <dgm:prSet/>
      <dgm:spPr/>
      <dgm:t>
        <a:bodyPr/>
        <a:lstStyle/>
        <a:p>
          <a:endParaRPr lang="es-ES"/>
        </a:p>
      </dgm:t>
    </dgm:pt>
    <dgm:pt modelId="{4193C23E-6510-41A3-9FDA-44614CB6DAB1}" type="pres">
      <dgm:prSet presAssocID="{6D1A2752-708F-4A6C-ADFD-8F20995AF299}" presName="Name0" presStyleCnt="0">
        <dgm:presLayoutVars>
          <dgm:chMax val="7"/>
          <dgm:dir/>
          <dgm:animLvl val="lvl"/>
          <dgm:resizeHandles val="exact"/>
        </dgm:presLayoutVars>
      </dgm:prSet>
      <dgm:spPr/>
      <dgm:t>
        <a:bodyPr/>
        <a:lstStyle/>
        <a:p>
          <a:endParaRPr lang="es-ES"/>
        </a:p>
      </dgm:t>
    </dgm:pt>
    <dgm:pt modelId="{37025C2E-C710-4D21-BAAF-55E989447A1F}" type="pres">
      <dgm:prSet presAssocID="{362A7F4F-AC0E-4C8D-87EA-23542E76C5A4}" presName="circle1" presStyleLbl="node1" presStyleIdx="0" presStyleCnt="3" custLinFactNeighborX="-5891" custLinFactNeighborY="-1744"/>
      <dgm:spPr/>
      <dgm:t>
        <a:bodyPr/>
        <a:lstStyle/>
        <a:p>
          <a:endParaRPr lang="es-ES"/>
        </a:p>
      </dgm:t>
    </dgm:pt>
    <dgm:pt modelId="{34447E34-4536-46E6-8819-6A50928C51B1}" type="pres">
      <dgm:prSet presAssocID="{362A7F4F-AC0E-4C8D-87EA-23542E76C5A4}" presName="space" presStyleCnt="0"/>
      <dgm:spPr/>
      <dgm:t>
        <a:bodyPr/>
        <a:lstStyle/>
        <a:p>
          <a:endParaRPr lang="es-ES"/>
        </a:p>
      </dgm:t>
    </dgm:pt>
    <dgm:pt modelId="{52102F54-34FA-4ADB-ABA3-B85572B48227}" type="pres">
      <dgm:prSet presAssocID="{362A7F4F-AC0E-4C8D-87EA-23542E76C5A4}" presName="rect1" presStyleLbl="alignAcc1" presStyleIdx="0" presStyleCnt="3" custScaleX="116379" custLinFactNeighborX="-1412" custLinFactNeighborY="-312"/>
      <dgm:spPr/>
      <dgm:t>
        <a:bodyPr/>
        <a:lstStyle/>
        <a:p>
          <a:endParaRPr lang="es-ES"/>
        </a:p>
      </dgm:t>
    </dgm:pt>
    <dgm:pt modelId="{4B397C0D-AA54-4E1B-9215-7FAFC843221A}" type="pres">
      <dgm:prSet presAssocID="{2DEDE43C-6E20-4262-8967-A2D5A8F308CE}" presName="vertSpace2" presStyleLbl="node1" presStyleIdx="0" presStyleCnt="3"/>
      <dgm:spPr/>
      <dgm:t>
        <a:bodyPr/>
        <a:lstStyle/>
        <a:p>
          <a:endParaRPr lang="es-ES"/>
        </a:p>
      </dgm:t>
    </dgm:pt>
    <dgm:pt modelId="{69CF1790-3CB2-45B7-89BA-CDBA6307898B}" type="pres">
      <dgm:prSet presAssocID="{2DEDE43C-6E20-4262-8967-A2D5A8F308CE}" presName="circle2" presStyleLbl="node1" presStyleIdx="1" presStyleCnt="3" custLinFactNeighborX="-23852" custLinFactNeighborY="4293"/>
      <dgm:spPr/>
      <dgm:t>
        <a:bodyPr/>
        <a:lstStyle/>
        <a:p>
          <a:endParaRPr lang="es-ES"/>
        </a:p>
      </dgm:t>
    </dgm:pt>
    <dgm:pt modelId="{CC6B0681-500D-44CD-A2C7-9E2B502E8EE0}" type="pres">
      <dgm:prSet presAssocID="{2DEDE43C-6E20-4262-8967-A2D5A8F308CE}" presName="rect2" presStyleLbl="alignAcc1" presStyleIdx="1" presStyleCnt="3" custScaleX="113742" custScaleY="88547" custLinFactNeighborX="-338" custLinFactNeighborY="-2385"/>
      <dgm:spPr/>
      <dgm:t>
        <a:bodyPr/>
        <a:lstStyle/>
        <a:p>
          <a:endParaRPr lang="es-ES"/>
        </a:p>
      </dgm:t>
    </dgm:pt>
    <dgm:pt modelId="{8F6EF025-B508-42AA-A002-8C254411FA9B}" type="pres">
      <dgm:prSet presAssocID="{288318D7-5223-44C9-8A58-93CBA834D52D}" presName="vertSpace3" presStyleLbl="node1" presStyleIdx="1" presStyleCnt="3"/>
      <dgm:spPr/>
      <dgm:t>
        <a:bodyPr/>
        <a:lstStyle/>
        <a:p>
          <a:endParaRPr lang="es-ES"/>
        </a:p>
      </dgm:t>
    </dgm:pt>
    <dgm:pt modelId="{91C427C0-66C9-447A-8F65-F82345DDC860}" type="pres">
      <dgm:prSet presAssocID="{288318D7-5223-44C9-8A58-93CBA834D52D}" presName="circle3" presStyleLbl="node1" presStyleIdx="2" presStyleCnt="3" custLinFactNeighborX="-48579" custLinFactNeighborY="19639"/>
      <dgm:spPr/>
      <dgm:t>
        <a:bodyPr/>
        <a:lstStyle/>
        <a:p>
          <a:endParaRPr lang="es-ES"/>
        </a:p>
      </dgm:t>
    </dgm:pt>
    <dgm:pt modelId="{056ED11B-6B25-479F-A724-E5E8E1724545}" type="pres">
      <dgm:prSet presAssocID="{288318D7-5223-44C9-8A58-93CBA834D52D}" presName="rect3" presStyleLbl="alignAcc1" presStyleIdx="2" presStyleCnt="3" custScaleX="113938" custScaleY="87626" custLinFactNeighborX="1406" custLinFactNeighborY="11989"/>
      <dgm:spPr/>
      <dgm:t>
        <a:bodyPr/>
        <a:lstStyle/>
        <a:p>
          <a:endParaRPr lang="es-ES"/>
        </a:p>
      </dgm:t>
    </dgm:pt>
    <dgm:pt modelId="{DFAC4385-0CD1-4E8C-AF72-8CCA6CAFE508}" type="pres">
      <dgm:prSet presAssocID="{362A7F4F-AC0E-4C8D-87EA-23542E76C5A4}" presName="rect1ParTx" presStyleLbl="alignAcc1" presStyleIdx="2" presStyleCnt="3">
        <dgm:presLayoutVars>
          <dgm:chMax val="1"/>
          <dgm:bulletEnabled val="1"/>
        </dgm:presLayoutVars>
      </dgm:prSet>
      <dgm:spPr/>
      <dgm:t>
        <a:bodyPr/>
        <a:lstStyle/>
        <a:p>
          <a:endParaRPr lang="es-ES"/>
        </a:p>
      </dgm:t>
    </dgm:pt>
    <dgm:pt modelId="{D9C420C4-8B9A-40B5-86AA-2ED8B755E938}" type="pres">
      <dgm:prSet presAssocID="{362A7F4F-AC0E-4C8D-87EA-23542E76C5A4}" presName="rect1ChTx" presStyleLbl="alignAcc1" presStyleIdx="2" presStyleCnt="3" custScaleX="131193" custScaleY="123255">
        <dgm:presLayoutVars>
          <dgm:bulletEnabled val="1"/>
        </dgm:presLayoutVars>
      </dgm:prSet>
      <dgm:spPr/>
      <dgm:t>
        <a:bodyPr/>
        <a:lstStyle/>
        <a:p>
          <a:endParaRPr lang="es-ES"/>
        </a:p>
      </dgm:t>
    </dgm:pt>
    <dgm:pt modelId="{2FD02DCB-9935-432E-9283-2D6CC0757CBF}" type="pres">
      <dgm:prSet presAssocID="{2DEDE43C-6E20-4262-8967-A2D5A8F308CE}" presName="rect2ParTx" presStyleLbl="alignAcc1" presStyleIdx="2" presStyleCnt="3">
        <dgm:presLayoutVars>
          <dgm:chMax val="1"/>
          <dgm:bulletEnabled val="1"/>
        </dgm:presLayoutVars>
      </dgm:prSet>
      <dgm:spPr/>
      <dgm:t>
        <a:bodyPr/>
        <a:lstStyle/>
        <a:p>
          <a:endParaRPr lang="es-ES"/>
        </a:p>
      </dgm:t>
    </dgm:pt>
    <dgm:pt modelId="{F2B48B94-5AA1-48A8-AAD9-32ABAB0CEE2C}" type="pres">
      <dgm:prSet presAssocID="{2DEDE43C-6E20-4262-8967-A2D5A8F308CE}" presName="rect2ChTx" presStyleLbl="alignAcc1" presStyleIdx="2" presStyleCnt="3" custScaleX="133274" custScaleY="130750">
        <dgm:presLayoutVars>
          <dgm:bulletEnabled val="1"/>
        </dgm:presLayoutVars>
      </dgm:prSet>
      <dgm:spPr/>
      <dgm:t>
        <a:bodyPr/>
        <a:lstStyle/>
        <a:p>
          <a:endParaRPr lang="es-ES"/>
        </a:p>
      </dgm:t>
    </dgm:pt>
    <dgm:pt modelId="{C3B081E9-74CE-404E-B8E2-BC38FF94EBD7}" type="pres">
      <dgm:prSet presAssocID="{288318D7-5223-44C9-8A58-93CBA834D52D}" presName="rect3ParTx" presStyleLbl="alignAcc1" presStyleIdx="2" presStyleCnt="3">
        <dgm:presLayoutVars>
          <dgm:chMax val="1"/>
          <dgm:bulletEnabled val="1"/>
        </dgm:presLayoutVars>
      </dgm:prSet>
      <dgm:spPr/>
      <dgm:t>
        <a:bodyPr/>
        <a:lstStyle/>
        <a:p>
          <a:endParaRPr lang="es-ES"/>
        </a:p>
      </dgm:t>
    </dgm:pt>
    <dgm:pt modelId="{CB36CAAF-0C89-4928-B93A-DD927E4920A6}" type="pres">
      <dgm:prSet presAssocID="{288318D7-5223-44C9-8A58-93CBA834D52D}" presName="rect3ChTx" presStyleLbl="alignAcc1" presStyleIdx="2" presStyleCnt="3" custScaleX="152953" custScaleY="100258" custLinFactNeighborX="-16987" custLinFactNeighborY="5168">
        <dgm:presLayoutVars>
          <dgm:bulletEnabled val="1"/>
        </dgm:presLayoutVars>
      </dgm:prSet>
      <dgm:spPr/>
      <dgm:t>
        <a:bodyPr/>
        <a:lstStyle/>
        <a:p>
          <a:endParaRPr lang="es-ES"/>
        </a:p>
      </dgm:t>
    </dgm:pt>
  </dgm:ptLst>
  <dgm:cxnLst>
    <dgm:cxn modelId="{86D77189-B224-4E2D-BEFB-28E7CA8675F7}" srcId="{288318D7-5223-44C9-8A58-93CBA834D52D}" destId="{9F2BA04C-5159-4B2A-BEF7-E9A185D5C188}" srcOrd="1" destOrd="0" parTransId="{3768B932-7F96-4577-9449-055D810A1167}" sibTransId="{420253C5-08A3-490C-9F20-F29E4FC865F8}"/>
    <dgm:cxn modelId="{4A83C3F4-F633-4F5B-8469-7CC6731291FB}" type="presOf" srcId="{029F74EB-27A8-4830-9483-3E76FC9A1901}" destId="{CB36CAAF-0C89-4928-B93A-DD927E4920A6}" srcOrd="0" destOrd="4" presId="urn:microsoft.com/office/officeart/2005/8/layout/target3"/>
    <dgm:cxn modelId="{52DE8D5F-C7B4-438C-A6CF-8A6D0E615434}" srcId="{6D1A2752-708F-4A6C-ADFD-8F20995AF299}" destId="{362A7F4F-AC0E-4C8D-87EA-23542E76C5A4}" srcOrd="0" destOrd="0" parTransId="{54054B7E-F0AB-4892-930B-38114641B900}" sibTransId="{ABFDCBBB-9DA4-42AE-9EE2-A00A927C3692}"/>
    <dgm:cxn modelId="{11CAFE91-395D-4AEA-B263-AF7965F521A5}" srcId="{6D1A2752-708F-4A6C-ADFD-8F20995AF299}" destId="{288318D7-5223-44C9-8A58-93CBA834D52D}" srcOrd="2" destOrd="0" parTransId="{AEEAC6C1-EBFD-4B7B-BACE-45E09F1192A4}" sibTransId="{DB31F9F0-7221-4484-A517-24A59C871C2B}"/>
    <dgm:cxn modelId="{95F3B7FB-5CC4-4FFC-8B09-C539CCD70079}" type="presOf" srcId="{FC83396C-27DA-4753-B1AC-2723D339F8FA}" destId="{D9C420C4-8B9A-40B5-86AA-2ED8B755E938}" srcOrd="0" destOrd="2" presId="urn:microsoft.com/office/officeart/2005/8/layout/target3"/>
    <dgm:cxn modelId="{A7AA6E1B-0613-45F7-AA83-2EBA0B71A12F}" type="presOf" srcId="{0D4C88D1-AD34-4D5C-8D27-11F832A6FA8E}" destId="{CB36CAAF-0C89-4928-B93A-DD927E4920A6}" srcOrd="0" destOrd="0" presId="urn:microsoft.com/office/officeart/2005/8/layout/target3"/>
    <dgm:cxn modelId="{0C3F29C4-23E8-41D8-A83C-BC0B89DB444C}" type="presOf" srcId="{6D1A2752-708F-4A6C-ADFD-8F20995AF299}" destId="{4193C23E-6510-41A3-9FDA-44614CB6DAB1}" srcOrd="0" destOrd="0" presId="urn:microsoft.com/office/officeart/2005/8/layout/target3"/>
    <dgm:cxn modelId="{CCD98BC2-94AA-4F87-BF78-719EE2B63140}" srcId="{288318D7-5223-44C9-8A58-93CBA834D52D}" destId="{8C51495C-04B2-4B4C-BC52-3D62C66B053C}" srcOrd="3" destOrd="0" parTransId="{96613CF8-AB63-43C2-BF33-3A7EFE2E0C05}" sibTransId="{0AB5D830-8A94-4FF8-A59D-1738E6438353}"/>
    <dgm:cxn modelId="{4C3B2D58-72FD-4D0F-940F-8497D58CD7EF}" srcId="{362A7F4F-AC0E-4C8D-87EA-23542E76C5A4}" destId="{94951CED-04E0-47EC-9500-14B352005A4C}" srcOrd="0" destOrd="0" parTransId="{B91F55CE-E6E8-4BCA-AA2D-EB143604646F}" sibTransId="{CD297680-F098-4D4B-AD48-A00EDA386709}"/>
    <dgm:cxn modelId="{EF784D5F-8A80-4DD1-AB07-5769F84AA163}" srcId="{2DEDE43C-6E20-4262-8967-A2D5A8F308CE}" destId="{E7B30FD5-C6B3-49E7-BEC8-EFB7687BDA00}" srcOrd="0" destOrd="0" parTransId="{D2190022-853B-40E6-A487-F718358DFE4E}" sibTransId="{7CBFAF39-3379-4324-BECB-14A665CCA740}"/>
    <dgm:cxn modelId="{523C57B0-D6B3-43D4-86CA-089CD82FFE66}" type="presOf" srcId="{288318D7-5223-44C9-8A58-93CBA834D52D}" destId="{C3B081E9-74CE-404E-B8E2-BC38FF94EBD7}" srcOrd="1" destOrd="0" presId="urn:microsoft.com/office/officeart/2005/8/layout/target3"/>
    <dgm:cxn modelId="{40C4FDCF-6975-483B-ADDD-D16F5932AAE7}" type="presOf" srcId="{8C51495C-04B2-4B4C-BC52-3D62C66B053C}" destId="{CB36CAAF-0C89-4928-B93A-DD927E4920A6}" srcOrd="0" destOrd="3" presId="urn:microsoft.com/office/officeart/2005/8/layout/target3"/>
    <dgm:cxn modelId="{2D78FD11-AF79-4715-BB5C-3FC56E017252}" srcId="{6D1A2752-708F-4A6C-ADFD-8F20995AF299}" destId="{2DEDE43C-6E20-4262-8967-A2D5A8F308CE}" srcOrd="1" destOrd="0" parTransId="{47BB8D17-E2BE-49C4-881B-0623D1E94AF9}" sibTransId="{F6F168E7-F37E-4A08-A12F-57E487C9646E}"/>
    <dgm:cxn modelId="{B4B87331-A5D6-4605-A7C7-36EB2DC902DB}" srcId="{288318D7-5223-44C9-8A58-93CBA834D52D}" destId="{C9E73D32-4D84-49C6-80CE-EDE961090920}" srcOrd="2" destOrd="0" parTransId="{08E5C44D-2AA2-41DD-8C59-506A56E7D109}" sibTransId="{DDF0A30D-5D1D-4664-99F3-EFE51E46C21D}"/>
    <dgm:cxn modelId="{74ABF293-2550-4B62-924F-8B849F951C5D}" type="presOf" srcId="{E7B30FD5-C6B3-49E7-BEC8-EFB7687BDA00}" destId="{F2B48B94-5AA1-48A8-AAD9-32ABAB0CEE2C}" srcOrd="0" destOrd="0" presId="urn:microsoft.com/office/officeart/2005/8/layout/target3"/>
    <dgm:cxn modelId="{13D0C24A-9CD9-4C10-9E15-AE4FF595E327}" type="presOf" srcId="{9F2BA04C-5159-4B2A-BEF7-E9A185D5C188}" destId="{CB36CAAF-0C89-4928-B93A-DD927E4920A6}" srcOrd="0" destOrd="1" presId="urn:microsoft.com/office/officeart/2005/8/layout/target3"/>
    <dgm:cxn modelId="{F60E3EFE-26B2-4C28-AFF6-9ECEF234BD6F}" type="presOf" srcId="{7086DB25-1597-4DD3-9381-90B32DD67527}" destId="{D9C420C4-8B9A-40B5-86AA-2ED8B755E938}" srcOrd="0" destOrd="1" presId="urn:microsoft.com/office/officeart/2005/8/layout/target3"/>
    <dgm:cxn modelId="{9A5946E0-6BDF-4A5C-A773-5CF89C6D645E}" srcId="{362A7F4F-AC0E-4C8D-87EA-23542E76C5A4}" destId="{FC83396C-27DA-4753-B1AC-2723D339F8FA}" srcOrd="2" destOrd="0" parTransId="{E10A4D67-7C3C-42BE-AA23-23A7BD7DA402}" sibTransId="{FA5707F3-3ADD-45A2-8806-C45B938369AF}"/>
    <dgm:cxn modelId="{15A61935-16A6-4643-B0F0-2A075747C181}" type="presOf" srcId="{C9E73D32-4D84-49C6-80CE-EDE961090920}" destId="{CB36CAAF-0C89-4928-B93A-DD927E4920A6}" srcOrd="0" destOrd="2" presId="urn:microsoft.com/office/officeart/2005/8/layout/target3"/>
    <dgm:cxn modelId="{67DDE04A-B0F6-421E-91F3-48164339667A}" type="presOf" srcId="{2DEDE43C-6E20-4262-8967-A2D5A8F308CE}" destId="{CC6B0681-500D-44CD-A2C7-9E2B502E8EE0}" srcOrd="0" destOrd="0" presId="urn:microsoft.com/office/officeart/2005/8/layout/target3"/>
    <dgm:cxn modelId="{C41C5CA6-E8A0-4A53-9D9F-8B53920F6DF7}" type="presOf" srcId="{2DEDE43C-6E20-4262-8967-A2D5A8F308CE}" destId="{2FD02DCB-9935-432E-9283-2D6CC0757CBF}" srcOrd="1" destOrd="0" presId="urn:microsoft.com/office/officeart/2005/8/layout/target3"/>
    <dgm:cxn modelId="{27ED114B-DCE9-4097-AD18-5F410BE32510}" type="presOf" srcId="{288318D7-5223-44C9-8A58-93CBA834D52D}" destId="{056ED11B-6B25-479F-A724-E5E8E1724545}" srcOrd="0" destOrd="0" presId="urn:microsoft.com/office/officeart/2005/8/layout/target3"/>
    <dgm:cxn modelId="{6815B067-FCCC-4328-A98D-2A1CE3F17C7C}" type="presOf" srcId="{94951CED-04E0-47EC-9500-14B352005A4C}" destId="{D9C420C4-8B9A-40B5-86AA-2ED8B755E938}" srcOrd="0" destOrd="0" presId="urn:microsoft.com/office/officeart/2005/8/layout/target3"/>
    <dgm:cxn modelId="{09BE7A6C-FE27-4550-ACCD-5F2F7A2AC02F}" srcId="{362A7F4F-AC0E-4C8D-87EA-23542E76C5A4}" destId="{7086DB25-1597-4DD3-9381-90B32DD67527}" srcOrd="1" destOrd="0" parTransId="{1E8FE64E-572A-41DE-8F52-43651A6FE9A2}" sibTransId="{4D264029-808D-4AC7-BA8E-ACCE76C8C43B}"/>
    <dgm:cxn modelId="{939C238F-47C4-4A76-80B6-D898DBE695D4}" type="presOf" srcId="{362A7F4F-AC0E-4C8D-87EA-23542E76C5A4}" destId="{52102F54-34FA-4ADB-ABA3-B85572B48227}" srcOrd="0" destOrd="0" presId="urn:microsoft.com/office/officeart/2005/8/layout/target3"/>
    <dgm:cxn modelId="{5CDBC06F-0CA9-4C03-9CD9-479741673F70}" srcId="{288318D7-5223-44C9-8A58-93CBA834D52D}" destId="{0D4C88D1-AD34-4D5C-8D27-11F832A6FA8E}" srcOrd="0" destOrd="0" parTransId="{72384754-374E-4AE6-801D-1E1790CE5A2B}" sibTransId="{CFFE5824-ADE4-40D5-BAA2-59BCF77913C3}"/>
    <dgm:cxn modelId="{782D3A4D-8731-492A-BDA8-0743FD840676}" srcId="{288318D7-5223-44C9-8A58-93CBA834D52D}" destId="{029F74EB-27A8-4830-9483-3E76FC9A1901}" srcOrd="4" destOrd="0" parTransId="{6EC3FBB6-A1FA-4A12-80F0-58175A583327}" sibTransId="{E73177C3-DA5E-4073-B19B-DC0D5F098AA0}"/>
    <dgm:cxn modelId="{64F331E2-3C80-4C02-857E-94EE381B3546}" type="presOf" srcId="{362A7F4F-AC0E-4C8D-87EA-23542E76C5A4}" destId="{DFAC4385-0CD1-4E8C-AF72-8CCA6CAFE508}" srcOrd="1" destOrd="0" presId="urn:microsoft.com/office/officeart/2005/8/layout/target3"/>
    <dgm:cxn modelId="{BC9BDD40-5428-44BD-ACA1-E7C010F98CEE}" type="presParOf" srcId="{4193C23E-6510-41A3-9FDA-44614CB6DAB1}" destId="{37025C2E-C710-4D21-BAAF-55E989447A1F}" srcOrd="0" destOrd="0" presId="urn:microsoft.com/office/officeart/2005/8/layout/target3"/>
    <dgm:cxn modelId="{758915BD-1310-4EFD-91DB-99D98E598D5E}" type="presParOf" srcId="{4193C23E-6510-41A3-9FDA-44614CB6DAB1}" destId="{34447E34-4536-46E6-8819-6A50928C51B1}" srcOrd="1" destOrd="0" presId="urn:microsoft.com/office/officeart/2005/8/layout/target3"/>
    <dgm:cxn modelId="{84881DDB-9C91-441F-8A72-7CC6EECD5270}" type="presParOf" srcId="{4193C23E-6510-41A3-9FDA-44614CB6DAB1}" destId="{52102F54-34FA-4ADB-ABA3-B85572B48227}" srcOrd="2" destOrd="0" presId="urn:microsoft.com/office/officeart/2005/8/layout/target3"/>
    <dgm:cxn modelId="{6B32936E-4362-457A-A3E4-AF30891B9E12}" type="presParOf" srcId="{4193C23E-6510-41A3-9FDA-44614CB6DAB1}" destId="{4B397C0D-AA54-4E1B-9215-7FAFC843221A}" srcOrd="3" destOrd="0" presId="urn:microsoft.com/office/officeart/2005/8/layout/target3"/>
    <dgm:cxn modelId="{5693B4A2-93BA-4E95-97B8-B9C1A51E076A}" type="presParOf" srcId="{4193C23E-6510-41A3-9FDA-44614CB6DAB1}" destId="{69CF1790-3CB2-45B7-89BA-CDBA6307898B}" srcOrd="4" destOrd="0" presId="urn:microsoft.com/office/officeart/2005/8/layout/target3"/>
    <dgm:cxn modelId="{383C0328-B9AB-4206-B4BD-9794C09BF83A}" type="presParOf" srcId="{4193C23E-6510-41A3-9FDA-44614CB6DAB1}" destId="{CC6B0681-500D-44CD-A2C7-9E2B502E8EE0}" srcOrd="5" destOrd="0" presId="urn:microsoft.com/office/officeart/2005/8/layout/target3"/>
    <dgm:cxn modelId="{1755AE7E-AFB6-4614-842F-71FDB3C963E3}" type="presParOf" srcId="{4193C23E-6510-41A3-9FDA-44614CB6DAB1}" destId="{8F6EF025-B508-42AA-A002-8C254411FA9B}" srcOrd="6" destOrd="0" presId="urn:microsoft.com/office/officeart/2005/8/layout/target3"/>
    <dgm:cxn modelId="{C8328D52-35FB-46D4-9F5E-AF0441C5E553}" type="presParOf" srcId="{4193C23E-6510-41A3-9FDA-44614CB6DAB1}" destId="{91C427C0-66C9-447A-8F65-F82345DDC860}" srcOrd="7" destOrd="0" presId="urn:microsoft.com/office/officeart/2005/8/layout/target3"/>
    <dgm:cxn modelId="{67AFF521-E80E-480B-9DB1-8A1C5FE2D7BB}" type="presParOf" srcId="{4193C23E-6510-41A3-9FDA-44614CB6DAB1}" destId="{056ED11B-6B25-479F-A724-E5E8E1724545}" srcOrd="8" destOrd="0" presId="urn:microsoft.com/office/officeart/2005/8/layout/target3"/>
    <dgm:cxn modelId="{9B906622-F8AB-46E7-85AF-7448356CDA6F}" type="presParOf" srcId="{4193C23E-6510-41A3-9FDA-44614CB6DAB1}" destId="{DFAC4385-0CD1-4E8C-AF72-8CCA6CAFE508}" srcOrd="9" destOrd="0" presId="urn:microsoft.com/office/officeart/2005/8/layout/target3"/>
    <dgm:cxn modelId="{590E696A-34CB-4D89-86A7-1A69E82CF9A7}" type="presParOf" srcId="{4193C23E-6510-41A3-9FDA-44614CB6DAB1}" destId="{D9C420C4-8B9A-40B5-86AA-2ED8B755E938}" srcOrd="10" destOrd="0" presId="urn:microsoft.com/office/officeart/2005/8/layout/target3"/>
    <dgm:cxn modelId="{32C54ACD-D8CD-4B14-A897-F455698FD5AF}" type="presParOf" srcId="{4193C23E-6510-41A3-9FDA-44614CB6DAB1}" destId="{2FD02DCB-9935-432E-9283-2D6CC0757CBF}" srcOrd="11" destOrd="0" presId="urn:microsoft.com/office/officeart/2005/8/layout/target3"/>
    <dgm:cxn modelId="{A9FF28F7-01BA-4CDE-9677-D8BCF8641B1C}" type="presParOf" srcId="{4193C23E-6510-41A3-9FDA-44614CB6DAB1}" destId="{F2B48B94-5AA1-48A8-AAD9-32ABAB0CEE2C}" srcOrd="12" destOrd="0" presId="urn:microsoft.com/office/officeart/2005/8/layout/target3"/>
    <dgm:cxn modelId="{A99E2229-F010-46EA-BE61-FBC1CD8F5B3C}" type="presParOf" srcId="{4193C23E-6510-41A3-9FDA-44614CB6DAB1}" destId="{C3B081E9-74CE-404E-B8E2-BC38FF94EBD7}" srcOrd="13" destOrd="0" presId="urn:microsoft.com/office/officeart/2005/8/layout/target3"/>
    <dgm:cxn modelId="{EFD871C8-3344-49A0-8608-67EE0AA57487}" type="presParOf" srcId="{4193C23E-6510-41A3-9FDA-44614CB6DAB1}" destId="{CB36CAAF-0C89-4928-B93A-DD927E4920A6}" srcOrd="1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F6A260-3FD7-42A5-AC09-793AB0136E84}"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s-ES"/>
        </a:p>
      </dgm:t>
    </dgm:pt>
    <dgm:pt modelId="{EF4517E0-A5DB-4224-8A17-965194BF67F0}">
      <dgm:prSet phldrT="[Texto]" custT="1"/>
      <dgm:spPr/>
      <dgm:t>
        <a:bodyPr/>
        <a:lstStyle/>
        <a:p>
          <a:r>
            <a:rPr lang="es-MX" sz="2800" b="1" dirty="0" smtClean="0">
              <a:solidFill>
                <a:schemeClr val="tx1"/>
              </a:solidFill>
            </a:rPr>
            <a:t>una </a:t>
          </a:r>
          <a:r>
            <a:rPr lang="es-MX" sz="2800" b="1" i="1" dirty="0" smtClean="0">
              <a:solidFill>
                <a:schemeClr val="tx1"/>
              </a:solidFill>
            </a:rPr>
            <a:t>mirada integrada </a:t>
          </a:r>
          <a:r>
            <a:rPr lang="es-MX" sz="2800" b="1" dirty="0" smtClean="0">
              <a:solidFill>
                <a:schemeClr val="tx1"/>
              </a:solidFill>
            </a:rPr>
            <a:t>del problema de investigación;</a:t>
          </a:r>
          <a:endParaRPr lang="es-ES" sz="2800" b="1" dirty="0">
            <a:solidFill>
              <a:schemeClr val="tx1"/>
            </a:solidFill>
          </a:endParaRPr>
        </a:p>
      </dgm:t>
    </dgm:pt>
    <dgm:pt modelId="{8AC4B51C-76EC-4D3A-AF6A-F42E1E144FEE}" type="parTrans" cxnId="{1B0D1C60-FCEF-45D2-867B-A098AC71D31B}">
      <dgm:prSet/>
      <dgm:spPr/>
      <dgm:t>
        <a:bodyPr/>
        <a:lstStyle/>
        <a:p>
          <a:endParaRPr lang="es-ES"/>
        </a:p>
      </dgm:t>
    </dgm:pt>
    <dgm:pt modelId="{6A018207-E5E8-49B6-8779-8FDAE7846F9B}" type="sibTrans" cxnId="{1B0D1C60-FCEF-45D2-867B-A098AC71D31B}">
      <dgm:prSet/>
      <dgm:spPr/>
      <dgm:t>
        <a:bodyPr/>
        <a:lstStyle/>
        <a:p>
          <a:endParaRPr lang="es-ES"/>
        </a:p>
      </dgm:t>
    </dgm:pt>
    <dgm:pt modelId="{1E7081B2-799E-4889-B8F2-928F2669D714}">
      <dgm:prSet phldrT="[Texto]" custT="1"/>
      <dgm:spPr/>
      <dgm:t>
        <a:bodyPr/>
        <a:lstStyle/>
        <a:p>
          <a:r>
            <a:rPr lang="es-ES" sz="2800" b="1" dirty="0" smtClean="0">
              <a:solidFill>
                <a:schemeClr val="tx1"/>
              </a:solidFill>
            </a:rPr>
            <a:t>una </a:t>
          </a:r>
          <a:r>
            <a:rPr lang="es-ES" sz="2800" b="1" i="1" dirty="0" smtClean="0">
              <a:solidFill>
                <a:schemeClr val="tx1"/>
              </a:solidFill>
            </a:rPr>
            <a:t>visión propia </a:t>
          </a:r>
          <a:r>
            <a:rPr lang="es-ES" sz="2800" b="1" dirty="0" smtClean="0">
              <a:solidFill>
                <a:schemeClr val="tx1"/>
              </a:solidFill>
            </a:rPr>
            <a:t>coherente con el problema;</a:t>
          </a:r>
          <a:endParaRPr lang="es-ES" sz="2800" b="1" dirty="0">
            <a:solidFill>
              <a:schemeClr val="tx1"/>
            </a:solidFill>
          </a:endParaRPr>
        </a:p>
      </dgm:t>
    </dgm:pt>
    <dgm:pt modelId="{0DDEE284-3703-4B55-9E75-BC94ECD3D8AC}" type="parTrans" cxnId="{1CCF9395-10CE-46F8-8DD0-92B27172D333}">
      <dgm:prSet/>
      <dgm:spPr/>
      <dgm:t>
        <a:bodyPr/>
        <a:lstStyle/>
        <a:p>
          <a:endParaRPr lang="es-ES"/>
        </a:p>
      </dgm:t>
    </dgm:pt>
    <dgm:pt modelId="{40CCBE46-58D7-438C-B78D-69DB3D4A08FB}" type="sibTrans" cxnId="{1CCF9395-10CE-46F8-8DD0-92B27172D333}">
      <dgm:prSet/>
      <dgm:spPr/>
      <dgm:t>
        <a:bodyPr/>
        <a:lstStyle/>
        <a:p>
          <a:endParaRPr lang="es-ES"/>
        </a:p>
      </dgm:t>
    </dgm:pt>
    <dgm:pt modelId="{F5BB9128-84D7-4AF7-B638-3724D4A442CD}">
      <dgm:prSet phldrT="[Texto]" custT="1"/>
      <dgm:spPr/>
      <dgm:t>
        <a:bodyPr/>
        <a:lstStyle/>
        <a:p>
          <a:r>
            <a:rPr lang="es-ES" sz="2800" b="1" dirty="0" smtClean="0">
              <a:solidFill>
                <a:schemeClr val="tx1"/>
              </a:solidFill>
            </a:rPr>
            <a:t>las teorías seleccionadas deben ser </a:t>
          </a:r>
          <a:r>
            <a:rPr lang="es-ES" sz="2800" b="1" i="1" dirty="0" smtClean="0">
              <a:solidFill>
                <a:schemeClr val="tx1"/>
              </a:solidFill>
            </a:rPr>
            <a:t>pertinentes</a:t>
          </a:r>
          <a:r>
            <a:rPr lang="es-ES" sz="2800" b="1" dirty="0" smtClean="0">
              <a:solidFill>
                <a:schemeClr val="tx1"/>
              </a:solidFill>
            </a:rPr>
            <a:t> al problema y</a:t>
          </a:r>
          <a:endParaRPr lang="es-ES" sz="2800" b="1" dirty="0">
            <a:solidFill>
              <a:schemeClr val="tx1"/>
            </a:solidFill>
          </a:endParaRPr>
        </a:p>
      </dgm:t>
    </dgm:pt>
    <dgm:pt modelId="{01BC8983-8553-452F-95FD-28B1B63D5B43}" type="parTrans" cxnId="{33F7C774-C1D6-417C-A30B-7BEB8744B6FF}">
      <dgm:prSet/>
      <dgm:spPr/>
      <dgm:t>
        <a:bodyPr/>
        <a:lstStyle/>
        <a:p>
          <a:endParaRPr lang="es-ES"/>
        </a:p>
      </dgm:t>
    </dgm:pt>
    <dgm:pt modelId="{7C2A348D-BE92-428A-938D-C1A02461DC6C}" type="sibTrans" cxnId="{33F7C774-C1D6-417C-A30B-7BEB8744B6FF}">
      <dgm:prSet/>
      <dgm:spPr/>
      <dgm:t>
        <a:bodyPr/>
        <a:lstStyle/>
        <a:p>
          <a:endParaRPr lang="es-ES"/>
        </a:p>
      </dgm:t>
    </dgm:pt>
    <dgm:pt modelId="{37329EDD-B3B8-4958-95A2-73B9BA99A003}">
      <dgm:prSet custT="1"/>
      <dgm:spPr/>
      <dgm:t>
        <a:bodyPr/>
        <a:lstStyle/>
        <a:p>
          <a:r>
            <a:rPr lang="es-ES" sz="2800" b="1" i="1" dirty="0" smtClean="0">
              <a:solidFill>
                <a:schemeClr val="tx1"/>
              </a:solidFill>
            </a:rPr>
            <a:t>suficientes</a:t>
          </a:r>
          <a:r>
            <a:rPr lang="es-ES" sz="2800" b="1" dirty="0" smtClean="0">
              <a:solidFill>
                <a:schemeClr val="tx1"/>
              </a:solidFill>
            </a:rPr>
            <a:t> para comprender dicho problema (</a:t>
          </a:r>
          <a:r>
            <a:rPr lang="es-ES" sz="2800" b="1" dirty="0" err="1" smtClean="0">
              <a:solidFill>
                <a:schemeClr val="tx1"/>
              </a:solidFill>
            </a:rPr>
            <a:t>niv</a:t>
          </a:r>
          <a:r>
            <a:rPr lang="es-ES" sz="2800" b="1" dirty="0" smtClean="0">
              <a:solidFill>
                <a:schemeClr val="tx1"/>
              </a:solidFill>
            </a:rPr>
            <a:t>. </a:t>
          </a:r>
          <a:r>
            <a:rPr lang="es-ES" sz="2800" b="1" dirty="0" err="1" smtClean="0">
              <a:solidFill>
                <a:schemeClr val="tx1"/>
              </a:solidFill>
            </a:rPr>
            <a:t>abs</a:t>
          </a:r>
          <a:r>
            <a:rPr lang="es-ES" sz="2800" b="1" dirty="0" smtClean="0">
              <a:solidFill>
                <a:schemeClr val="tx1"/>
              </a:solidFill>
            </a:rPr>
            <a:t>.)  </a:t>
          </a:r>
          <a:endParaRPr lang="es-ES" sz="2800" b="1" dirty="0">
            <a:solidFill>
              <a:schemeClr val="tx1"/>
            </a:solidFill>
          </a:endParaRPr>
        </a:p>
      </dgm:t>
    </dgm:pt>
    <dgm:pt modelId="{42E5D5C0-F9EE-4C89-9728-8169C77F168E}" type="parTrans" cxnId="{FF082D3C-2F5E-421F-9290-1E41D50D41EB}">
      <dgm:prSet/>
      <dgm:spPr/>
      <dgm:t>
        <a:bodyPr/>
        <a:lstStyle/>
        <a:p>
          <a:endParaRPr lang="es-ES"/>
        </a:p>
      </dgm:t>
    </dgm:pt>
    <dgm:pt modelId="{9850152F-6927-48D8-80AB-C1E67C029423}" type="sibTrans" cxnId="{FF082D3C-2F5E-421F-9290-1E41D50D41EB}">
      <dgm:prSet/>
      <dgm:spPr/>
      <dgm:t>
        <a:bodyPr/>
        <a:lstStyle/>
        <a:p>
          <a:endParaRPr lang="es-ES"/>
        </a:p>
      </dgm:t>
    </dgm:pt>
    <dgm:pt modelId="{68FDD0F0-5B5B-4AB2-B03F-D28F42AE012B}">
      <dgm:prSet custT="1"/>
      <dgm:spPr/>
      <dgm:t>
        <a:bodyPr/>
        <a:lstStyle/>
        <a:p>
          <a:r>
            <a:rPr lang="es-ES" sz="2800" b="1" dirty="0" smtClean="0">
              <a:solidFill>
                <a:schemeClr val="tx1"/>
              </a:solidFill>
            </a:rPr>
            <a:t>y estar ordenadas </a:t>
          </a:r>
          <a:r>
            <a:rPr lang="es-ES" sz="2800" b="1" i="1" dirty="0" smtClean="0">
              <a:solidFill>
                <a:schemeClr val="tx1"/>
              </a:solidFill>
            </a:rPr>
            <a:t>jerárquicamente </a:t>
          </a:r>
          <a:r>
            <a:rPr lang="es-ES" sz="2800" b="1" dirty="0" smtClean="0">
              <a:solidFill>
                <a:schemeClr val="tx1"/>
              </a:solidFill>
            </a:rPr>
            <a:t>de lo general a lo particular.</a:t>
          </a:r>
          <a:endParaRPr lang="es-ES" sz="2800" b="1" dirty="0">
            <a:solidFill>
              <a:schemeClr val="tx1"/>
            </a:solidFill>
          </a:endParaRPr>
        </a:p>
      </dgm:t>
    </dgm:pt>
    <dgm:pt modelId="{E4C1024A-8B4B-4BEC-B3C5-DC296F31BF35}" type="parTrans" cxnId="{5C0686E4-093E-4EBC-AD6A-C087A7C8A3B4}">
      <dgm:prSet/>
      <dgm:spPr/>
      <dgm:t>
        <a:bodyPr/>
        <a:lstStyle/>
        <a:p>
          <a:endParaRPr lang="es-ES"/>
        </a:p>
      </dgm:t>
    </dgm:pt>
    <dgm:pt modelId="{FE90FDE2-C9EC-400C-92F1-332824FB4400}" type="sibTrans" cxnId="{5C0686E4-093E-4EBC-AD6A-C087A7C8A3B4}">
      <dgm:prSet/>
      <dgm:spPr/>
      <dgm:t>
        <a:bodyPr/>
        <a:lstStyle/>
        <a:p>
          <a:endParaRPr lang="es-ES"/>
        </a:p>
      </dgm:t>
    </dgm:pt>
    <dgm:pt modelId="{09F1B3E2-12EB-4383-AAA0-B611B3A2FB31}" type="pres">
      <dgm:prSet presAssocID="{85F6A260-3FD7-42A5-AC09-793AB0136E84}" presName="Name0" presStyleCnt="0">
        <dgm:presLayoutVars>
          <dgm:chMax val="7"/>
          <dgm:chPref val="7"/>
          <dgm:dir/>
        </dgm:presLayoutVars>
      </dgm:prSet>
      <dgm:spPr/>
      <dgm:t>
        <a:bodyPr/>
        <a:lstStyle/>
        <a:p>
          <a:endParaRPr lang="es-ES"/>
        </a:p>
      </dgm:t>
    </dgm:pt>
    <dgm:pt modelId="{8C0B53B4-C6A8-4F1B-BDD9-1E6D0409E821}" type="pres">
      <dgm:prSet presAssocID="{85F6A260-3FD7-42A5-AC09-793AB0136E84}" presName="Name1" presStyleCnt="0"/>
      <dgm:spPr/>
    </dgm:pt>
    <dgm:pt modelId="{F210D10C-EFC7-4104-9E2B-7E8BFDA2F346}" type="pres">
      <dgm:prSet presAssocID="{85F6A260-3FD7-42A5-AC09-793AB0136E84}" presName="cycle" presStyleCnt="0"/>
      <dgm:spPr/>
    </dgm:pt>
    <dgm:pt modelId="{584BC885-316E-4F7B-B07A-33FA688926EF}" type="pres">
      <dgm:prSet presAssocID="{85F6A260-3FD7-42A5-AC09-793AB0136E84}" presName="srcNode" presStyleLbl="node1" presStyleIdx="0" presStyleCnt="5"/>
      <dgm:spPr/>
    </dgm:pt>
    <dgm:pt modelId="{AF67657B-036F-4908-9878-A5E0336B7C09}" type="pres">
      <dgm:prSet presAssocID="{85F6A260-3FD7-42A5-AC09-793AB0136E84}" presName="conn" presStyleLbl="parChTrans1D2" presStyleIdx="0" presStyleCnt="1"/>
      <dgm:spPr/>
      <dgm:t>
        <a:bodyPr/>
        <a:lstStyle/>
        <a:p>
          <a:endParaRPr lang="es-ES"/>
        </a:p>
      </dgm:t>
    </dgm:pt>
    <dgm:pt modelId="{9A4D92A1-7554-44F2-AD30-455F0CC2CBBE}" type="pres">
      <dgm:prSet presAssocID="{85F6A260-3FD7-42A5-AC09-793AB0136E84}" presName="extraNode" presStyleLbl="node1" presStyleIdx="0" presStyleCnt="5"/>
      <dgm:spPr/>
    </dgm:pt>
    <dgm:pt modelId="{68ECF43E-0A39-418A-A922-62947AF919B6}" type="pres">
      <dgm:prSet presAssocID="{85F6A260-3FD7-42A5-AC09-793AB0136E84}" presName="dstNode" presStyleLbl="node1" presStyleIdx="0" presStyleCnt="5"/>
      <dgm:spPr/>
    </dgm:pt>
    <dgm:pt modelId="{1F6636C5-C42B-4141-A3B8-4B58F793F886}" type="pres">
      <dgm:prSet presAssocID="{EF4517E0-A5DB-4224-8A17-965194BF67F0}" presName="text_1" presStyleLbl="node1" presStyleIdx="0" presStyleCnt="5">
        <dgm:presLayoutVars>
          <dgm:bulletEnabled val="1"/>
        </dgm:presLayoutVars>
      </dgm:prSet>
      <dgm:spPr/>
      <dgm:t>
        <a:bodyPr/>
        <a:lstStyle/>
        <a:p>
          <a:endParaRPr lang="es-ES"/>
        </a:p>
      </dgm:t>
    </dgm:pt>
    <dgm:pt modelId="{E3173E2D-EEBB-45F9-BAD6-CB6A3A1B6002}" type="pres">
      <dgm:prSet presAssocID="{EF4517E0-A5DB-4224-8A17-965194BF67F0}" presName="accent_1" presStyleCnt="0"/>
      <dgm:spPr/>
    </dgm:pt>
    <dgm:pt modelId="{81B81C2E-4F40-46F5-BA88-4382E6EC6E8A}" type="pres">
      <dgm:prSet presAssocID="{EF4517E0-A5DB-4224-8A17-965194BF67F0}" presName="accentRepeatNode" presStyleLbl="solidFgAcc1" presStyleIdx="0" presStyleCnt="5"/>
      <dgm:spPr/>
    </dgm:pt>
    <dgm:pt modelId="{5500BBC3-7382-469D-BABD-C9A46DDFFD7D}" type="pres">
      <dgm:prSet presAssocID="{1E7081B2-799E-4889-B8F2-928F2669D714}" presName="text_2" presStyleLbl="node1" presStyleIdx="1" presStyleCnt="5">
        <dgm:presLayoutVars>
          <dgm:bulletEnabled val="1"/>
        </dgm:presLayoutVars>
      </dgm:prSet>
      <dgm:spPr/>
      <dgm:t>
        <a:bodyPr/>
        <a:lstStyle/>
        <a:p>
          <a:endParaRPr lang="es-ES"/>
        </a:p>
      </dgm:t>
    </dgm:pt>
    <dgm:pt modelId="{E6AC482D-7DB9-47B0-8DC0-5D0AE621E8E4}" type="pres">
      <dgm:prSet presAssocID="{1E7081B2-799E-4889-B8F2-928F2669D714}" presName="accent_2" presStyleCnt="0"/>
      <dgm:spPr/>
    </dgm:pt>
    <dgm:pt modelId="{7034B4C2-AA2A-4541-ACB9-894D74E043D1}" type="pres">
      <dgm:prSet presAssocID="{1E7081B2-799E-4889-B8F2-928F2669D714}" presName="accentRepeatNode" presStyleLbl="solidFgAcc1" presStyleIdx="1" presStyleCnt="5"/>
      <dgm:spPr/>
    </dgm:pt>
    <dgm:pt modelId="{C74C5065-CB7C-4943-941C-E12E89DA4D1F}" type="pres">
      <dgm:prSet presAssocID="{F5BB9128-84D7-4AF7-B638-3724D4A442CD}" presName="text_3" presStyleLbl="node1" presStyleIdx="2" presStyleCnt="5">
        <dgm:presLayoutVars>
          <dgm:bulletEnabled val="1"/>
        </dgm:presLayoutVars>
      </dgm:prSet>
      <dgm:spPr/>
      <dgm:t>
        <a:bodyPr/>
        <a:lstStyle/>
        <a:p>
          <a:endParaRPr lang="es-ES"/>
        </a:p>
      </dgm:t>
    </dgm:pt>
    <dgm:pt modelId="{8A7E09BC-09DA-41E0-976A-E9C9B4BF8A1E}" type="pres">
      <dgm:prSet presAssocID="{F5BB9128-84D7-4AF7-B638-3724D4A442CD}" presName="accent_3" presStyleCnt="0"/>
      <dgm:spPr/>
    </dgm:pt>
    <dgm:pt modelId="{F06C4343-229D-463E-AEAD-13EC8B37FEFD}" type="pres">
      <dgm:prSet presAssocID="{F5BB9128-84D7-4AF7-B638-3724D4A442CD}" presName="accentRepeatNode" presStyleLbl="solidFgAcc1" presStyleIdx="2" presStyleCnt="5"/>
      <dgm:spPr/>
    </dgm:pt>
    <dgm:pt modelId="{2FF79573-BE75-4B35-AC97-E58A984E0C13}" type="pres">
      <dgm:prSet presAssocID="{37329EDD-B3B8-4958-95A2-73B9BA99A003}" presName="text_4" presStyleLbl="node1" presStyleIdx="3" presStyleCnt="5">
        <dgm:presLayoutVars>
          <dgm:bulletEnabled val="1"/>
        </dgm:presLayoutVars>
      </dgm:prSet>
      <dgm:spPr/>
      <dgm:t>
        <a:bodyPr/>
        <a:lstStyle/>
        <a:p>
          <a:endParaRPr lang="es-ES"/>
        </a:p>
      </dgm:t>
    </dgm:pt>
    <dgm:pt modelId="{248A9ED1-7B91-47C0-A3D8-6935F6102A04}" type="pres">
      <dgm:prSet presAssocID="{37329EDD-B3B8-4958-95A2-73B9BA99A003}" presName="accent_4" presStyleCnt="0"/>
      <dgm:spPr/>
    </dgm:pt>
    <dgm:pt modelId="{5325247C-DF9D-41A3-B544-F913AB1B8BD3}" type="pres">
      <dgm:prSet presAssocID="{37329EDD-B3B8-4958-95A2-73B9BA99A003}" presName="accentRepeatNode" presStyleLbl="solidFgAcc1" presStyleIdx="3" presStyleCnt="5"/>
      <dgm:spPr/>
    </dgm:pt>
    <dgm:pt modelId="{AFA384CA-0D4A-4B9F-B9AB-9385AC5206BE}" type="pres">
      <dgm:prSet presAssocID="{68FDD0F0-5B5B-4AB2-B03F-D28F42AE012B}" presName="text_5" presStyleLbl="node1" presStyleIdx="4" presStyleCnt="5">
        <dgm:presLayoutVars>
          <dgm:bulletEnabled val="1"/>
        </dgm:presLayoutVars>
      </dgm:prSet>
      <dgm:spPr/>
      <dgm:t>
        <a:bodyPr/>
        <a:lstStyle/>
        <a:p>
          <a:endParaRPr lang="es-ES"/>
        </a:p>
      </dgm:t>
    </dgm:pt>
    <dgm:pt modelId="{4598E2CE-B346-4AE8-955D-9B851324FB32}" type="pres">
      <dgm:prSet presAssocID="{68FDD0F0-5B5B-4AB2-B03F-D28F42AE012B}" presName="accent_5" presStyleCnt="0"/>
      <dgm:spPr/>
    </dgm:pt>
    <dgm:pt modelId="{356620CE-6741-47CB-AD7D-60C266D0D8D8}" type="pres">
      <dgm:prSet presAssocID="{68FDD0F0-5B5B-4AB2-B03F-D28F42AE012B}" presName="accentRepeatNode" presStyleLbl="solidFgAcc1" presStyleIdx="4" presStyleCnt="5"/>
      <dgm:spPr/>
    </dgm:pt>
  </dgm:ptLst>
  <dgm:cxnLst>
    <dgm:cxn modelId="{890C4918-6E98-4993-8943-2871573C0A8E}" type="presOf" srcId="{6A018207-E5E8-49B6-8779-8FDAE7846F9B}" destId="{AF67657B-036F-4908-9878-A5E0336B7C09}" srcOrd="0" destOrd="0" presId="urn:microsoft.com/office/officeart/2008/layout/VerticalCurvedList"/>
    <dgm:cxn modelId="{1CCF9395-10CE-46F8-8DD0-92B27172D333}" srcId="{85F6A260-3FD7-42A5-AC09-793AB0136E84}" destId="{1E7081B2-799E-4889-B8F2-928F2669D714}" srcOrd="1" destOrd="0" parTransId="{0DDEE284-3703-4B55-9E75-BC94ECD3D8AC}" sibTransId="{40CCBE46-58D7-438C-B78D-69DB3D4A08FB}"/>
    <dgm:cxn modelId="{CF554A06-0097-4308-BB1A-5B2DC3B72B1A}" type="presOf" srcId="{68FDD0F0-5B5B-4AB2-B03F-D28F42AE012B}" destId="{AFA384CA-0D4A-4B9F-B9AB-9385AC5206BE}" srcOrd="0" destOrd="0" presId="urn:microsoft.com/office/officeart/2008/layout/VerticalCurvedList"/>
    <dgm:cxn modelId="{FF082D3C-2F5E-421F-9290-1E41D50D41EB}" srcId="{85F6A260-3FD7-42A5-AC09-793AB0136E84}" destId="{37329EDD-B3B8-4958-95A2-73B9BA99A003}" srcOrd="3" destOrd="0" parTransId="{42E5D5C0-F9EE-4C89-9728-8169C77F168E}" sibTransId="{9850152F-6927-48D8-80AB-C1E67C029423}"/>
    <dgm:cxn modelId="{5C0686E4-093E-4EBC-AD6A-C087A7C8A3B4}" srcId="{85F6A260-3FD7-42A5-AC09-793AB0136E84}" destId="{68FDD0F0-5B5B-4AB2-B03F-D28F42AE012B}" srcOrd="4" destOrd="0" parTransId="{E4C1024A-8B4B-4BEC-B3C5-DC296F31BF35}" sibTransId="{FE90FDE2-C9EC-400C-92F1-332824FB4400}"/>
    <dgm:cxn modelId="{542C51AB-96E2-4CE7-93D6-677CE58883DA}" type="presOf" srcId="{1E7081B2-799E-4889-B8F2-928F2669D714}" destId="{5500BBC3-7382-469D-BABD-C9A46DDFFD7D}" srcOrd="0" destOrd="0" presId="urn:microsoft.com/office/officeart/2008/layout/VerticalCurvedList"/>
    <dgm:cxn modelId="{771DB379-94AE-4B2B-9F75-2FD78DC7AB13}" type="presOf" srcId="{37329EDD-B3B8-4958-95A2-73B9BA99A003}" destId="{2FF79573-BE75-4B35-AC97-E58A984E0C13}" srcOrd="0" destOrd="0" presId="urn:microsoft.com/office/officeart/2008/layout/VerticalCurvedList"/>
    <dgm:cxn modelId="{33F7C774-C1D6-417C-A30B-7BEB8744B6FF}" srcId="{85F6A260-3FD7-42A5-AC09-793AB0136E84}" destId="{F5BB9128-84D7-4AF7-B638-3724D4A442CD}" srcOrd="2" destOrd="0" parTransId="{01BC8983-8553-452F-95FD-28B1B63D5B43}" sibTransId="{7C2A348D-BE92-428A-938D-C1A02461DC6C}"/>
    <dgm:cxn modelId="{1B0D1C60-FCEF-45D2-867B-A098AC71D31B}" srcId="{85F6A260-3FD7-42A5-AC09-793AB0136E84}" destId="{EF4517E0-A5DB-4224-8A17-965194BF67F0}" srcOrd="0" destOrd="0" parTransId="{8AC4B51C-76EC-4D3A-AF6A-F42E1E144FEE}" sibTransId="{6A018207-E5E8-49B6-8779-8FDAE7846F9B}"/>
    <dgm:cxn modelId="{9A791C2B-0212-4A53-97DB-5A657C9363C3}" type="presOf" srcId="{EF4517E0-A5DB-4224-8A17-965194BF67F0}" destId="{1F6636C5-C42B-4141-A3B8-4B58F793F886}" srcOrd="0" destOrd="0" presId="urn:microsoft.com/office/officeart/2008/layout/VerticalCurvedList"/>
    <dgm:cxn modelId="{62B257EE-3A01-4DD2-9B22-839AA05663F9}" type="presOf" srcId="{85F6A260-3FD7-42A5-AC09-793AB0136E84}" destId="{09F1B3E2-12EB-4383-AAA0-B611B3A2FB31}" srcOrd="0" destOrd="0" presId="urn:microsoft.com/office/officeart/2008/layout/VerticalCurvedList"/>
    <dgm:cxn modelId="{381284A4-210C-428D-B089-6F54194FFDD1}" type="presOf" srcId="{F5BB9128-84D7-4AF7-B638-3724D4A442CD}" destId="{C74C5065-CB7C-4943-941C-E12E89DA4D1F}" srcOrd="0" destOrd="0" presId="urn:microsoft.com/office/officeart/2008/layout/VerticalCurvedList"/>
    <dgm:cxn modelId="{02BFFAD1-02F0-47C3-9FB9-640F4F8E64E9}" type="presParOf" srcId="{09F1B3E2-12EB-4383-AAA0-B611B3A2FB31}" destId="{8C0B53B4-C6A8-4F1B-BDD9-1E6D0409E821}" srcOrd="0" destOrd="0" presId="urn:microsoft.com/office/officeart/2008/layout/VerticalCurvedList"/>
    <dgm:cxn modelId="{7AB3EDD4-8BBC-42ED-98D0-5BD1CF6A59D0}" type="presParOf" srcId="{8C0B53B4-C6A8-4F1B-BDD9-1E6D0409E821}" destId="{F210D10C-EFC7-4104-9E2B-7E8BFDA2F346}" srcOrd="0" destOrd="0" presId="urn:microsoft.com/office/officeart/2008/layout/VerticalCurvedList"/>
    <dgm:cxn modelId="{DBF8D6BB-C710-4003-B07B-32AF1793D2F3}" type="presParOf" srcId="{F210D10C-EFC7-4104-9E2B-7E8BFDA2F346}" destId="{584BC885-316E-4F7B-B07A-33FA688926EF}" srcOrd="0" destOrd="0" presId="urn:microsoft.com/office/officeart/2008/layout/VerticalCurvedList"/>
    <dgm:cxn modelId="{FD689095-2929-4ACC-B32A-23D1A118D01C}" type="presParOf" srcId="{F210D10C-EFC7-4104-9E2B-7E8BFDA2F346}" destId="{AF67657B-036F-4908-9878-A5E0336B7C09}" srcOrd="1" destOrd="0" presId="urn:microsoft.com/office/officeart/2008/layout/VerticalCurvedList"/>
    <dgm:cxn modelId="{9566B96E-D44B-4D26-9285-77D1BCAEC6D4}" type="presParOf" srcId="{F210D10C-EFC7-4104-9E2B-7E8BFDA2F346}" destId="{9A4D92A1-7554-44F2-AD30-455F0CC2CBBE}" srcOrd="2" destOrd="0" presId="urn:microsoft.com/office/officeart/2008/layout/VerticalCurvedList"/>
    <dgm:cxn modelId="{240B9607-B8CD-4527-B2F0-A29137D07E67}" type="presParOf" srcId="{F210D10C-EFC7-4104-9E2B-7E8BFDA2F346}" destId="{68ECF43E-0A39-418A-A922-62947AF919B6}" srcOrd="3" destOrd="0" presId="urn:microsoft.com/office/officeart/2008/layout/VerticalCurvedList"/>
    <dgm:cxn modelId="{1CB5BFF4-A1D1-46C0-8BBB-E5BF5B340B42}" type="presParOf" srcId="{8C0B53B4-C6A8-4F1B-BDD9-1E6D0409E821}" destId="{1F6636C5-C42B-4141-A3B8-4B58F793F886}" srcOrd="1" destOrd="0" presId="urn:microsoft.com/office/officeart/2008/layout/VerticalCurvedList"/>
    <dgm:cxn modelId="{FB16F29F-E039-4BFB-866A-0DC1ECDD6988}" type="presParOf" srcId="{8C0B53B4-C6A8-4F1B-BDD9-1E6D0409E821}" destId="{E3173E2D-EEBB-45F9-BAD6-CB6A3A1B6002}" srcOrd="2" destOrd="0" presId="urn:microsoft.com/office/officeart/2008/layout/VerticalCurvedList"/>
    <dgm:cxn modelId="{B4EC0664-9572-4400-BDFF-F1EC5BBD6E17}" type="presParOf" srcId="{E3173E2D-EEBB-45F9-BAD6-CB6A3A1B6002}" destId="{81B81C2E-4F40-46F5-BA88-4382E6EC6E8A}" srcOrd="0" destOrd="0" presId="urn:microsoft.com/office/officeart/2008/layout/VerticalCurvedList"/>
    <dgm:cxn modelId="{743B8726-1B31-497B-9B89-A0709C57C1D7}" type="presParOf" srcId="{8C0B53B4-C6A8-4F1B-BDD9-1E6D0409E821}" destId="{5500BBC3-7382-469D-BABD-C9A46DDFFD7D}" srcOrd="3" destOrd="0" presId="urn:microsoft.com/office/officeart/2008/layout/VerticalCurvedList"/>
    <dgm:cxn modelId="{B3B764BB-7948-40C3-84CD-22F3C5CE879B}" type="presParOf" srcId="{8C0B53B4-C6A8-4F1B-BDD9-1E6D0409E821}" destId="{E6AC482D-7DB9-47B0-8DC0-5D0AE621E8E4}" srcOrd="4" destOrd="0" presId="urn:microsoft.com/office/officeart/2008/layout/VerticalCurvedList"/>
    <dgm:cxn modelId="{1DE608D1-8209-4F4D-A319-00B84982FED2}" type="presParOf" srcId="{E6AC482D-7DB9-47B0-8DC0-5D0AE621E8E4}" destId="{7034B4C2-AA2A-4541-ACB9-894D74E043D1}" srcOrd="0" destOrd="0" presId="urn:microsoft.com/office/officeart/2008/layout/VerticalCurvedList"/>
    <dgm:cxn modelId="{DC94284C-E845-44A1-90A1-DD18ABEAC4DA}" type="presParOf" srcId="{8C0B53B4-C6A8-4F1B-BDD9-1E6D0409E821}" destId="{C74C5065-CB7C-4943-941C-E12E89DA4D1F}" srcOrd="5" destOrd="0" presId="urn:microsoft.com/office/officeart/2008/layout/VerticalCurvedList"/>
    <dgm:cxn modelId="{7DE579E2-12A3-41F5-BBA2-68C74646B47F}" type="presParOf" srcId="{8C0B53B4-C6A8-4F1B-BDD9-1E6D0409E821}" destId="{8A7E09BC-09DA-41E0-976A-E9C9B4BF8A1E}" srcOrd="6" destOrd="0" presId="urn:microsoft.com/office/officeart/2008/layout/VerticalCurvedList"/>
    <dgm:cxn modelId="{84836F1F-154E-4AC4-B713-F2566A9DC8E4}" type="presParOf" srcId="{8A7E09BC-09DA-41E0-976A-E9C9B4BF8A1E}" destId="{F06C4343-229D-463E-AEAD-13EC8B37FEFD}" srcOrd="0" destOrd="0" presId="urn:microsoft.com/office/officeart/2008/layout/VerticalCurvedList"/>
    <dgm:cxn modelId="{66DABBC5-18EE-402C-A66F-24A511E77008}" type="presParOf" srcId="{8C0B53B4-C6A8-4F1B-BDD9-1E6D0409E821}" destId="{2FF79573-BE75-4B35-AC97-E58A984E0C13}" srcOrd="7" destOrd="0" presId="urn:microsoft.com/office/officeart/2008/layout/VerticalCurvedList"/>
    <dgm:cxn modelId="{E333BDD4-5C5F-4C17-959E-2D43C8A2C96D}" type="presParOf" srcId="{8C0B53B4-C6A8-4F1B-BDD9-1E6D0409E821}" destId="{248A9ED1-7B91-47C0-A3D8-6935F6102A04}" srcOrd="8" destOrd="0" presId="urn:microsoft.com/office/officeart/2008/layout/VerticalCurvedList"/>
    <dgm:cxn modelId="{1FFDDCFC-1D53-4C35-BDF1-6A047BAEE5CF}" type="presParOf" srcId="{248A9ED1-7B91-47C0-A3D8-6935F6102A04}" destId="{5325247C-DF9D-41A3-B544-F913AB1B8BD3}" srcOrd="0" destOrd="0" presId="urn:microsoft.com/office/officeart/2008/layout/VerticalCurvedList"/>
    <dgm:cxn modelId="{B0318F2A-D603-4DD9-8F8F-DE77C857D633}" type="presParOf" srcId="{8C0B53B4-C6A8-4F1B-BDD9-1E6D0409E821}" destId="{AFA384CA-0D4A-4B9F-B9AB-9385AC5206BE}" srcOrd="9" destOrd="0" presId="urn:microsoft.com/office/officeart/2008/layout/VerticalCurvedList"/>
    <dgm:cxn modelId="{8C4E9EEE-65F4-4FEF-BF22-0BF81855249E}" type="presParOf" srcId="{8C0B53B4-C6A8-4F1B-BDD9-1E6D0409E821}" destId="{4598E2CE-B346-4AE8-955D-9B851324FB32}" srcOrd="10" destOrd="0" presId="urn:microsoft.com/office/officeart/2008/layout/VerticalCurvedList"/>
    <dgm:cxn modelId="{29E7B61D-CDCE-47DA-8A6D-72023871A777}" type="presParOf" srcId="{4598E2CE-B346-4AE8-955D-9B851324FB32}" destId="{356620CE-6741-47CB-AD7D-60C266D0D8D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2F2BE0-E2ED-4E2E-98B2-BC53C3B1FEE5}">
      <dsp:nvSpPr>
        <dsp:cNvPr id="0" name=""/>
        <dsp:cNvSpPr/>
      </dsp:nvSpPr>
      <dsp:spPr>
        <a:xfrm>
          <a:off x="2698231" y="2771705"/>
          <a:ext cx="5340324" cy="1583346"/>
        </a:xfrm>
        <a:prstGeom prst="ellipse">
          <a:avLst/>
        </a:prstGeom>
        <a:gradFill rotWithShape="0">
          <a:gsLst>
            <a:gs pos="0">
              <a:schemeClr val="accent4">
                <a:hueOff val="0"/>
                <a:satOff val="0"/>
                <a:lumOff val="0"/>
                <a:alphaOff val="0"/>
                <a:satMod val="100000"/>
                <a:lumMod val="100000"/>
              </a:schemeClr>
            </a:gs>
            <a:gs pos="50000">
              <a:schemeClr val="accent4">
                <a:hueOff val="0"/>
                <a:satOff val="0"/>
                <a:lumOff val="0"/>
                <a:alphaOff val="0"/>
                <a:shade val="99000"/>
                <a:satMod val="105000"/>
                <a:lumMod val="100000"/>
              </a:schemeClr>
            </a:gs>
            <a:gs pos="100000">
              <a:schemeClr val="accent4">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6035" tIns="26035" rIns="26035" bIns="26035" numCol="1" spcCol="1270" anchor="ctr" anchorCtr="0">
          <a:noAutofit/>
        </a:bodyPr>
        <a:lstStyle/>
        <a:p>
          <a:pPr lvl="0" algn="ctr" defTabSz="1822450">
            <a:lnSpc>
              <a:spcPct val="90000"/>
            </a:lnSpc>
            <a:spcBef>
              <a:spcPct val="0"/>
            </a:spcBef>
            <a:spcAft>
              <a:spcPct val="35000"/>
            </a:spcAft>
          </a:pPr>
          <a:r>
            <a:rPr lang="es-ES" sz="4100" b="1" kern="1200" dirty="0" smtClean="0"/>
            <a:t>Marco teórico y problema</a:t>
          </a:r>
          <a:endParaRPr lang="es-ES" sz="4100" b="1" kern="1200" dirty="0"/>
        </a:p>
      </dsp:txBody>
      <dsp:txXfrm>
        <a:off x="3480303" y="3003581"/>
        <a:ext cx="3776180" cy="1119594"/>
      </dsp:txXfrm>
    </dsp:sp>
    <dsp:sp modelId="{ECD8F1FF-FE44-418A-97CB-B8B8DB081D6A}">
      <dsp:nvSpPr>
        <dsp:cNvPr id="0" name=""/>
        <dsp:cNvSpPr/>
      </dsp:nvSpPr>
      <dsp:spPr>
        <a:xfrm rot="12260064">
          <a:off x="1552389" y="2074593"/>
          <a:ext cx="2331942" cy="580667"/>
        </a:xfrm>
        <a:prstGeom prst="leftArrow">
          <a:avLst>
            <a:gd name="adj1" fmla="val 60000"/>
            <a:gd name="adj2" fmla="val 50000"/>
          </a:avLst>
        </a:prstGeom>
        <a:solidFill>
          <a:schemeClr val="accent5">
            <a:hueOff val="0"/>
            <a:satOff val="0"/>
            <a:lumOff val="0"/>
            <a:alphaOff val="0"/>
          </a:schemeClr>
        </a:soli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0801ADB-9931-4C4E-A42A-B79FE56A2406}">
      <dsp:nvSpPr>
        <dsp:cNvPr id="0" name=""/>
        <dsp:cNvSpPr/>
      </dsp:nvSpPr>
      <dsp:spPr>
        <a:xfrm>
          <a:off x="114442" y="1110252"/>
          <a:ext cx="3083071" cy="1548445"/>
        </a:xfrm>
        <a:prstGeom prst="roundRect">
          <a:avLst>
            <a:gd name="adj" fmla="val 10000"/>
          </a:avLst>
        </a:prstGeom>
        <a:gradFill rotWithShape="0">
          <a:gsLst>
            <a:gs pos="0">
              <a:schemeClr val="accent5">
                <a:hueOff val="0"/>
                <a:satOff val="0"/>
                <a:lumOff val="0"/>
                <a:alphaOff val="0"/>
                <a:satMod val="100000"/>
                <a:lumMod val="100000"/>
              </a:schemeClr>
            </a:gs>
            <a:gs pos="50000">
              <a:schemeClr val="accent5">
                <a:hueOff val="0"/>
                <a:satOff val="0"/>
                <a:lumOff val="0"/>
                <a:alphaOff val="0"/>
                <a:shade val="99000"/>
                <a:satMod val="105000"/>
                <a:lumMod val="100000"/>
              </a:schemeClr>
            </a:gs>
            <a:gs pos="100000">
              <a:schemeClr val="accent5">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s-ES" sz="2400" b="1" kern="1200" dirty="0" smtClean="0"/>
            <a:t>1. Pertinencia</a:t>
          </a:r>
        </a:p>
        <a:p>
          <a:pPr lvl="0" algn="ctr" defTabSz="1066800">
            <a:lnSpc>
              <a:spcPct val="90000"/>
            </a:lnSpc>
            <a:spcBef>
              <a:spcPct val="0"/>
            </a:spcBef>
            <a:spcAft>
              <a:spcPct val="35000"/>
            </a:spcAft>
          </a:pPr>
          <a:r>
            <a:rPr lang="es-ES" sz="2400" kern="1200" dirty="0" smtClean="0"/>
            <a:t>¿qué teorías?</a:t>
          </a:r>
          <a:endParaRPr lang="es-ES" sz="2400" kern="1200" dirty="0"/>
        </a:p>
      </dsp:txBody>
      <dsp:txXfrm>
        <a:off x="159794" y="1155604"/>
        <a:ext cx="2992367" cy="1457741"/>
      </dsp:txXfrm>
    </dsp:sp>
    <dsp:sp modelId="{8E0D9B5D-B068-40CD-A3B1-8BC7A23B9855}">
      <dsp:nvSpPr>
        <dsp:cNvPr id="0" name=""/>
        <dsp:cNvSpPr/>
      </dsp:nvSpPr>
      <dsp:spPr>
        <a:xfrm rot="16200000">
          <a:off x="4478513" y="1487907"/>
          <a:ext cx="1779761" cy="580667"/>
        </a:xfrm>
        <a:prstGeom prst="leftArrow">
          <a:avLst>
            <a:gd name="adj1" fmla="val 60000"/>
            <a:gd name="adj2" fmla="val 50000"/>
          </a:avLst>
        </a:prstGeom>
        <a:solidFill>
          <a:schemeClr val="accent5">
            <a:hueOff val="-3676672"/>
            <a:satOff val="-5114"/>
            <a:lumOff val="-1961"/>
            <a:alphaOff val="0"/>
          </a:schemeClr>
        </a:soli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2B2B46A-30C0-4CE0-BDB3-8209C962FA5F}">
      <dsp:nvSpPr>
        <dsp:cNvPr id="0" name=""/>
        <dsp:cNvSpPr/>
      </dsp:nvSpPr>
      <dsp:spPr>
        <a:xfrm>
          <a:off x="3539253" y="114137"/>
          <a:ext cx="3658280" cy="1548445"/>
        </a:xfrm>
        <a:prstGeom prst="roundRect">
          <a:avLst>
            <a:gd name="adj" fmla="val 10000"/>
          </a:avLst>
        </a:prstGeom>
        <a:solidFill>
          <a:schemeClr val="accent2"/>
        </a:solidFill>
        <a:ln w="12700" cap="flat" cmpd="sng" algn="ctr">
          <a:solidFill>
            <a:schemeClr val="accent2">
              <a:shade val="50000"/>
            </a:schemeClr>
          </a:solidFill>
          <a:prstDash val="solid"/>
        </a:ln>
        <a:effectLst/>
        <a:scene3d>
          <a:camera prst="orthographicFront"/>
          <a:lightRig rig="threePt" dir="t">
            <a:rot lat="0" lon="0" rev="7500000"/>
          </a:lightRig>
        </a:scene3d>
        <a:sp3d/>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s-ES" sz="2400" b="1" kern="1200" dirty="0" smtClean="0"/>
            <a:t>2. Suficiencia</a:t>
          </a:r>
        </a:p>
        <a:p>
          <a:pPr lvl="0" algn="ctr" defTabSz="1066800">
            <a:lnSpc>
              <a:spcPct val="90000"/>
            </a:lnSpc>
            <a:spcBef>
              <a:spcPct val="0"/>
            </a:spcBef>
            <a:spcAft>
              <a:spcPct val="35000"/>
            </a:spcAft>
          </a:pPr>
          <a:r>
            <a:rPr lang="es-ES" sz="2400" kern="1200" dirty="0" smtClean="0"/>
            <a:t>¿cómo construir el marco teórico y que “no falte nada”?</a:t>
          </a:r>
          <a:endParaRPr lang="es-ES" sz="2400" kern="1200" dirty="0"/>
        </a:p>
      </dsp:txBody>
      <dsp:txXfrm>
        <a:off x="3584605" y="159489"/>
        <a:ext cx="3567576" cy="1457741"/>
      </dsp:txXfrm>
    </dsp:sp>
    <dsp:sp modelId="{7E09F530-3478-4849-8683-65400852CE36}">
      <dsp:nvSpPr>
        <dsp:cNvPr id="0" name=""/>
        <dsp:cNvSpPr/>
      </dsp:nvSpPr>
      <dsp:spPr>
        <a:xfrm rot="20290430">
          <a:off x="6998566" y="2163919"/>
          <a:ext cx="2278345" cy="580667"/>
        </a:xfrm>
        <a:prstGeom prst="leftArrow">
          <a:avLst>
            <a:gd name="adj1" fmla="val 60000"/>
            <a:gd name="adj2" fmla="val 50000"/>
          </a:avLst>
        </a:prstGeom>
        <a:solidFill>
          <a:schemeClr val="accent5">
            <a:hueOff val="-7353344"/>
            <a:satOff val="-10228"/>
            <a:lumOff val="-3922"/>
            <a:alphaOff val="0"/>
          </a:schemeClr>
        </a:soli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4794396C-9EB8-48F8-8588-0D76DBA921D9}">
      <dsp:nvSpPr>
        <dsp:cNvPr id="0" name=""/>
        <dsp:cNvSpPr/>
      </dsp:nvSpPr>
      <dsp:spPr>
        <a:xfrm>
          <a:off x="7461030" y="1256494"/>
          <a:ext cx="3468441" cy="1548445"/>
        </a:xfrm>
        <a:prstGeom prst="roundRect">
          <a:avLst>
            <a:gd name="adj" fmla="val 10000"/>
          </a:avLst>
        </a:prstGeom>
        <a:gradFill rotWithShape="0">
          <a:gsLst>
            <a:gs pos="0">
              <a:schemeClr val="accent5">
                <a:hueOff val="-7353344"/>
                <a:satOff val="-10228"/>
                <a:lumOff val="-3922"/>
                <a:alphaOff val="0"/>
                <a:satMod val="100000"/>
                <a:lumMod val="100000"/>
              </a:schemeClr>
            </a:gs>
            <a:gs pos="50000">
              <a:schemeClr val="accent5">
                <a:hueOff val="-7353344"/>
                <a:satOff val="-10228"/>
                <a:lumOff val="-3922"/>
                <a:alphaOff val="0"/>
                <a:shade val="99000"/>
                <a:satMod val="105000"/>
                <a:lumMod val="100000"/>
              </a:schemeClr>
            </a:gs>
            <a:gs pos="100000">
              <a:schemeClr val="accent5">
                <a:hueOff val="-7353344"/>
                <a:satOff val="-10228"/>
                <a:lumOff val="-3922"/>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s-ES" sz="2400" b="1" kern="1200" dirty="0" smtClean="0"/>
            <a:t>3. Jerarquización</a:t>
          </a:r>
        </a:p>
        <a:p>
          <a:pPr lvl="0" algn="ctr" defTabSz="1066800">
            <a:lnSpc>
              <a:spcPct val="90000"/>
            </a:lnSpc>
            <a:spcBef>
              <a:spcPct val="0"/>
            </a:spcBef>
            <a:spcAft>
              <a:spcPct val="35000"/>
            </a:spcAft>
          </a:pPr>
          <a:r>
            <a:rPr lang="es-ES" sz="2400" kern="1200" dirty="0" smtClean="0"/>
            <a:t>¿cómo ordenar las teorías/conceptos?</a:t>
          </a:r>
          <a:endParaRPr lang="es-ES" sz="2400" kern="1200" dirty="0"/>
        </a:p>
      </dsp:txBody>
      <dsp:txXfrm>
        <a:off x="7506382" y="1301846"/>
        <a:ext cx="3377737" cy="14577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88BDC-F375-458D-84BD-688D377A3D8A}">
      <dsp:nvSpPr>
        <dsp:cNvPr id="0" name=""/>
        <dsp:cNvSpPr/>
      </dsp:nvSpPr>
      <dsp:spPr>
        <a:xfrm>
          <a:off x="2776191" y="0"/>
          <a:ext cx="5347844" cy="2329121"/>
        </a:xfrm>
        <a:prstGeom prst="ellipse">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s-MX" sz="3200" kern="1200" dirty="0" smtClean="0"/>
            <a:t>- </a:t>
          </a:r>
          <a:r>
            <a:rPr lang="es-MX" sz="3200" b="1" kern="1200" dirty="0" smtClean="0"/>
            <a:t>Precisa y delimita al problema.</a:t>
          </a:r>
        </a:p>
        <a:p>
          <a:pPr lvl="0" algn="ctr" defTabSz="1422400">
            <a:lnSpc>
              <a:spcPct val="90000"/>
            </a:lnSpc>
            <a:spcBef>
              <a:spcPct val="0"/>
            </a:spcBef>
            <a:spcAft>
              <a:spcPct val="35000"/>
            </a:spcAft>
          </a:pPr>
          <a:r>
            <a:rPr lang="es-MX" sz="3200" b="1" kern="1200" dirty="0" smtClean="0"/>
            <a:t>- Define una forma de mirar</a:t>
          </a:r>
          <a:endParaRPr lang="es-ES" sz="3200" b="1" kern="1200" dirty="0"/>
        </a:p>
      </dsp:txBody>
      <dsp:txXfrm>
        <a:off x="3559365" y="341092"/>
        <a:ext cx="3781496" cy="1646937"/>
      </dsp:txXfrm>
    </dsp:sp>
    <dsp:sp modelId="{850B87E7-D8D3-4691-8481-4B7D3474D500}">
      <dsp:nvSpPr>
        <dsp:cNvPr id="0" name=""/>
        <dsp:cNvSpPr/>
      </dsp:nvSpPr>
      <dsp:spPr>
        <a:xfrm rot="8376672">
          <a:off x="2439966" y="2583406"/>
          <a:ext cx="1936574" cy="636451"/>
        </a:xfrm>
        <a:prstGeom prst="lef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B1A436B7-21CB-4865-AA97-ACF164BA9C21}">
      <dsp:nvSpPr>
        <dsp:cNvPr id="0" name=""/>
        <dsp:cNvSpPr/>
      </dsp:nvSpPr>
      <dsp:spPr>
        <a:xfrm>
          <a:off x="1609991" y="2680452"/>
          <a:ext cx="2121504" cy="1697203"/>
        </a:xfrm>
        <a:prstGeom prst="roundRect">
          <a:avLst>
            <a:gd name="adj" fmla="val 10000"/>
          </a:avLst>
        </a:prstGeom>
        <a:solidFill>
          <a:schemeClr val="accent5">
            <a:hueOff val="0"/>
            <a:satOff val="0"/>
            <a:lumOff val="0"/>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s-ES" sz="3200" b="1" kern="1200" dirty="0" smtClean="0"/>
            <a:t>¿Qué función cumple?</a:t>
          </a:r>
          <a:endParaRPr lang="es-ES" sz="3200" b="1" kern="1200" dirty="0"/>
        </a:p>
      </dsp:txBody>
      <dsp:txXfrm>
        <a:off x="1659700" y="2730161"/>
        <a:ext cx="2022086" cy="1597785"/>
      </dsp:txXfrm>
    </dsp:sp>
    <dsp:sp modelId="{C2D8836F-C476-4843-86EE-7AA5808D56CD}">
      <dsp:nvSpPr>
        <dsp:cNvPr id="0" name=""/>
        <dsp:cNvSpPr/>
      </dsp:nvSpPr>
      <dsp:spPr>
        <a:xfrm rot="10675524">
          <a:off x="1060217" y="975818"/>
          <a:ext cx="1630854" cy="636451"/>
        </a:xfrm>
        <a:prstGeom prst="leftArrow">
          <a:avLst>
            <a:gd name="adj1" fmla="val 60000"/>
            <a:gd name="adj2" fmla="val 50000"/>
          </a:avLst>
        </a:prstGeom>
        <a:solidFill>
          <a:schemeClr val="accent5">
            <a:hueOff val="-2451115"/>
            <a:satOff val="-3409"/>
            <a:lumOff val="-1307"/>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D5FFF3C9-5704-4DDA-9DE7-1DE10367C7AA}">
      <dsp:nvSpPr>
        <dsp:cNvPr id="0" name=""/>
        <dsp:cNvSpPr/>
      </dsp:nvSpPr>
      <dsp:spPr>
        <a:xfrm>
          <a:off x="0" y="474961"/>
          <a:ext cx="2121504" cy="1697203"/>
        </a:xfrm>
        <a:prstGeom prst="roundRect">
          <a:avLst>
            <a:gd name="adj" fmla="val 10000"/>
          </a:avLst>
        </a:prstGeom>
        <a:solidFill>
          <a:schemeClr val="accent5">
            <a:hueOff val="-2451115"/>
            <a:satOff val="-3409"/>
            <a:lumOff val="-1307"/>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s-ES" sz="3200" b="1" kern="1200" dirty="0" smtClean="0"/>
            <a:t>¿Por qué esta teoría?</a:t>
          </a:r>
          <a:endParaRPr lang="es-ES" sz="3200" b="1" kern="1200" dirty="0"/>
        </a:p>
      </dsp:txBody>
      <dsp:txXfrm>
        <a:off x="49709" y="524670"/>
        <a:ext cx="2022086" cy="1597785"/>
      </dsp:txXfrm>
    </dsp:sp>
    <dsp:sp modelId="{701CA0E4-8B50-4A0B-872C-843E3E971065}">
      <dsp:nvSpPr>
        <dsp:cNvPr id="0" name=""/>
        <dsp:cNvSpPr/>
      </dsp:nvSpPr>
      <dsp:spPr>
        <a:xfrm rot="4751456">
          <a:off x="5139894" y="2744484"/>
          <a:ext cx="1345243" cy="636451"/>
        </a:xfrm>
        <a:prstGeom prst="leftArrow">
          <a:avLst>
            <a:gd name="adj1" fmla="val 60000"/>
            <a:gd name="adj2" fmla="val 50000"/>
          </a:avLst>
        </a:prstGeom>
        <a:solidFill>
          <a:schemeClr val="accent5">
            <a:hueOff val="-4902230"/>
            <a:satOff val="-6819"/>
            <a:lumOff val="-2615"/>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9C848E8-814D-4779-93F3-DFDC7A9949AA}">
      <dsp:nvSpPr>
        <dsp:cNvPr id="0" name=""/>
        <dsp:cNvSpPr/>
      </dsp:nvSpPr>
      <dsp:spPr>
        <a:xfrm>
          <a:off x="4877905" y="2874796"/>
          <a:ext cx="2121504" cy="1697203"/>
        </a:xfrm>
        <a:prstGeom prst="roundRect">
          <a:avLst>
            <a:gd name="adj" fmla="val 10000"/>
          </a:avLst>
        </a:prstGeom>
        <a:solidFill>
          <a:schemeClr val="accent5">
            <a:hueOff val="-4902230"/>
            <a:satOff val="-6819"/>
            <a:lumOff val="-2615"/>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s-ES" sz="3200" b="1" kern="1200" dirty="0" smtClean="0"/>
            <a:t>¿Qué pasa si la quito?</a:t>
          </a:r>
          <a:endParaRPr lang="es-ES" sz="3200" b="1" kern="1200" dirty="0"/>
        </a:p>
      </dsp:txBody>
      <dsp:txXfrm>
        <a:off x="4927614" y="2924505"/>
        <a:ext cx="2022086" cy="1597785"/>
      </dsp:txXfrm>
    </dsp:sp>
    <dsp:sp modelId="{09D75173-EDCF-4CEA-AA15-305595430AE4}">
      <dsp:nvSpPr>
        <dsp:cNvPr id="0" name=""/>
        <dsp:cNvSpPr/>
      </dsp:nvSpPr>
      <dsp:spPr>
        <a:xfrm rot="935842">
          <a:off x="7767610" y="1739147"/>
          <a:ext cx="1761524" cy="636451"/>
        </a:xfrm>
        <a:prstGeom prst="leftArrow">
          <a:avLst>
            <a:gd name="adj1" fmla="val 60000"/>
            <a:gd name="adj2" fmla="val 50000"/>
          </a:avLst>
        </a:prstGeom>
        <a:solidFill>
          <a:schemeClr val="accent5">
            <a:hueOff val="-7353344"/>
            <a:satOff val="-10228"/>
            <a:lumOff val="-3922"/>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248D48BF-46E1-41DA-A134-BA511BC66177}">
      <dsp:nvSpPr>
        <dsp:cNvPr id="0" name=""/>
        <dsp:cNvSpPr/>
      </dsp:nvSpPr>
      <dsp:spPr>
        <a:xfrm>
          <a:off x="8435948" y="155516"/>
          <a:ext cx="2121504" cy="4277343"/>
        </a:xfrm>
        <a:prstGeom prst="roundRect">
          <a:avLst>
            <a:gd name="adj" fmla="val 10000"/>
          </a:avLst>
        </a:prstGeom>
        <a:solidFill>
          <a:schemeClr val="accent5">
            <a:hueOff val="-7353344"/>
            <a:satOff val="-10228"/>
            <a:lumOff val="-3922"/>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s-ES" sz="3200" b="1" kern="1200" dirty="0" smtClean="0"/>
            <a:t>¿Dan estas teorías una mirada acabada del problema?</a:t>
          </a:r>
          <a:endParaRPr lang="es-ES" sz="3200" b="1" kern="1200" dirty="0"/>
        </a:p>
      </dsp:txBody>
      <dsp:txXfrm>
        <a:off x="8498085" y="217653"/>
        <a:ext cx="1997230" cy="41530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AD1998-E71F-4B28-97B0-BDE64C6624BD}">
      <dsp:nvSpPr>
        <dsp:cNvPr id="0" name=""/>
        <dsp:cNvSpPr/>
      </dsp:nvSpPr>
      <dsp:spPr>
        <a:xfrm>
          <a:off x="0" y="0"/>
          <a:ext cx="4942627" cy="4681183"/>
        </a:xfrm>
        <a:prstGeom prst="ellipse">
          <a:avLst/>
        </a:prstGeom>
        <a:gradFill rotWithShape="0">
          <a:gsLst>
            <a:gs pos="0">
              <a:schemeClr val="accent4">
                <a:hueOff val="0"/>
                <a:satOff val="0"/>
                <a:lumOff val="0"/>
                <a:alphaOff val="0"/>
                <a:satMod val="100000"/>
                <a:lumMod val="100000"/>
              </a:schemeClr>
            </a:gs>
            <a:gs pos="50000">
              <a:schemeClr val="accent4">
                <a:hueOff val="0"/>
                <a:satOff val="0"/>
                <a:lumOff val="0"/>
                <a:alphaOff val="0"/>
                <a:shade val="99000"/>
                <a:satMod val="105000"/>
                <a:lumMod val="100000"/>
              </a:schemeClr>
            </a:gs>
            <a:gs pos="100000">
              <a:schemeClr val="accent4">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s-ES" sz="1800" b="1" kern="1200" dirty="0" smtClean="0"/>
            <a:t>PARADIGMA</a:t>
          </a:r>
        </a:p>
      </dsp:txBody>
      <dsp:txXfrm>
        <a:off x="1607589" y="234059"/>
        <a:ext cx="1727448" cy="702177"/>
      </dsp:txXfrm>
    </dsp:sp>
    <dsp:sp modelId="{0A5F0FB4-8055-4F3D-9A22-F08576D1EE48}">
      <dsp:nvSpPr>
        <dsp:cNvPr id="0" name=""/>
        <dsp:cNvSpPr/>
      </dsp:nvSpPr>
      <dsp:spPr>
        <a:xfrm>
          <a:off x="0" y="1155795"/>
          <a:ext cx="3510887" cy="3510887"/>
        </a:xfrm>
        <a:prstGeom prst="ellipse">
          <a:avLst/>
        </a:prstGeom>
        <a:gradFill rotWithShape="0">
          <a:gsLst>
            <a:gs pos="0">
              <a:schemeClr val="accent4">
                <a:hueOff val="5197846"/>
                <a:satOff val="-23984"/>
                <a:lumOff val="883"/>
                <a:alphaOff val="0"/>
                <a:satMod val="100000"/>
                <a:lumMod val="100000"/>
              </a:schemeClr>
            </a:gs>
            <a:gs pos="50000">
              <a:schemeClr val="accent4">
                <a:hueOff val="5197846"/>
                <a:satOff val="-23984"/>
                <a:lumOff val="883"/>
                <a:alphaOff val="0"/>
                <a:shade val="99000"/>
                <a:satMod val="105000"/>
                <a:lumMod val="100000"/>
              </a:schemeClr>
            </a:gs>
            <a:gs pos="100000">
              <a:schemeClr val="accent4">
                <a:hueOff val="5197846"/>
                <a:satOff val="-23984"/>
                <a:lumOff val="883"/>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s-ES" sz="1800" b="1" kern="1200" dirty="0" smtClean="0"/>
            <a:t>TEORÍA GENERAL</a:t>
          </a:r>
        </a:p>
      </dsp:txBody>
      <dsp:txXfrm>
        <a:off x="937406" y="1375226"/>
        <a:ext cx="1636073" cy="658291"/>
      </dsp:txXfrm>
    </dsp:sp>
    <dsp:sp modelId="{D3EE78EC-85D6-442C-A6F9-C4EFE009D106}">
      <dsp:nvSpPr>
        <dsp:cNvPr id="0" name=""/>
        <dsp:cNvSpPr/>
      </dsp:nvSpPr>
      <dsp:spPr>
        <a:xfrm>
          <a:off x="0" y="2282544"/>
          <a:ext cx="2612919" cy="2340591"/>
        </a:xfrm>
        <a:prstGeom prst="ellipse">
          <a:avLst/>
        </a:prstGeom>
        <a:gradFill rotWithShape="0">
          <a:gsLst>
            <a:gs pos="0">
              <a:schemeClr val="accent4">
                <a:hueOff val="10395692"/>
                <a:satOff val="-47968"/>
                <a:lumOff val="1765"/>
                <a:alphaOff val="0"/>
                <a:satMod val="100000"/>
                <a:lumMod val="100000"/>
              </a:schemeClr>
            </a:gs>
            <a:gs pos="50000">
              <a:schemeClr val="accent4">
                <a:hueOff val="10395692"/>
                <a:satOff val="-47968"/>
                <a:lumOff val="1765"/>
                <a:alphaOff val="0"/>
                <a:shade val="99000"/>
                <a:satMod val="105000"/>
                <a:lumMod val="100000"/>
              </a:schemeClr>
            </a:gs>
            <a:gs pos="100000">
              <a:schemeClr val="accent4">
                <a:hueOff val="10395692"/>
                <a:satOff val="-47968"/>
                <a:lumOff val="1765"/>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s-ES" sz="1800" b="1" kern="1200" dirty="0" smtClean="0"/>
            <a:t>TEORÍA SUSTANTIVA</a:t>
          </a:r>
          <a:endParaRPr lang="es-ES" sz="1800" b="1" kern="1200" dirty="0"/>
        </a:p>
      </dsp:txBody>
      <dsp:txXfrm>
        <a:off x="382653" y="2867692"/>
        <a:ext cx="1847612" cy="11702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25C2E-C710-4D21-BAAF-55E989447A1F}">
      <dsp:nvSpPr>
        <dsp:cNvPr id="0" name=""/>
        <dsp:cNvSpPr/>
      </dsp:nvSpPr>
      <dsp:spPr>
        <a:xfrm>
          <a:off x="-126646" y="0"/>
          <a:ext cx="4804228" cy="4804228"/>
        </a:xfrm>
        <a:prstGeom prst="pie">
          <a:avLst>
            <a:gd name="adj1" fmla="val 5400000"/>
            <a:gd name="adj2" fmla="val 16200000"/>
          </a:avLst>
        </a:prstGeom>
        <a:solidFill>
          <a:schemeClr val="accent4">
            <a:hueOff val="0"/>
            <a:satOff val="0"/>
            <a:lumOff val="0"/>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2102F54-34FA-4ADB-ABA3-B85572B48227}">
      <dsp:nvSpPr>
        <dsp:cNvPr id="0" name=""/>
        <dsp:cNvSpPr/>
      </dsp:nvSpPr>
      <dsp:spPr>
        <a:xfrm>
          <a:off x="2275467" y="0"/>
          <a:ext cx="8207828" cy="4804228"/>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kern="1200" dirty="0"/>
            <a:t>Paradigma</a:t>
          </a:r>
          <a:r>
            <a:rPr lang="es-ES" sz="3000" kern="1200" dirty="0"/>
            <a:t> </a:t>
          </a:r>
        </a:p>
      </dsp:txBody>
      <dsp:txXfrm>
        <a:off x="2275467" y="0"/>
        <a:ext cx="4103914" cy="1441271"/>
      </dsp:txXfrm>
    </dsp:sp>
    <dsp:sp modelId="{69CF1790-3CB2-45B7-89BA-CDBA6307898B}">
      <dsp:nvSpPr>
        <dsp:cNvPr id="0" name=""/>
        <dsp:cNvSpPr/>
      </dsp:nvSpPr>
      <dsp:spPr>
        <a:xfrm>
          <a:off x="714094" y="1441271"/>
          <a:ext cx="3122745" cy="3122745"/>
        </a:xfrm>
        <a:prstGeom prst="pie">
          <a:avLst>
            <a:gd name="adj1" fmla="val 5400000"/>
            <a:gd name="adj2" fmla="val 16200000"/>
          </a:avLst>
        </a:prstGeom>
        <a:solidFill>
          <a:schemeClr val="accent4">
            <a:hueOff val="5197846"/>
            <a:satOff val="-23984"/>
            <a:lumOff val="883"/>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C6B0681-500D-44CD-A2C7-9E2B502E8EE0}">
      <dsp:nvSpPr>
        <dsp:cNvPr id="0" name=""/>
        <dsp:cNvSpPr/>
      </dsp:nvSpPr>
      <dsp:spPr>
        <a:xfrm>
          <a:off x="2275467" y="1441271"/>
          <a:ext cx="8207828" cy="3122745"/>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kern="1200" dirty="0"/>
            <a:t>Teoría general </a:t>
          </a:r>
        </a:p>
      </dsp:txBody>
      <dsp:txXfrm>
        <a:off x="2275467" y="1441271"/>
        <a:ext cx="4103914" cy="1441267"/>
      </dsp:txXfrm>
    </dsp:sp>
    <dsp:sp modelId="{91C427C0-66C9-447A-8F65-F82345DDC860}">
      <dsp:nvSpPr>
        <dsp:cNvPr id="0" name=""/>
        <dsp:cNvSpPr/>
      </dsp:nvSpPr>
      <dsp:spPr>
        <a:xfrm>
          <a:off x="1554834" y="2882538"/>
          <a:ext cx="1441267" cy="1441267"/>
        </a:xfrm>
        <a:prstGeom prst="pie">
          <a:avLst>
            <a:gd name="adj1" fmla="val 5400000"/>
            <a:gd name="adj2" fmla="val 16200000"/>
          </a:avLst>
        </a:prstGeom>
        <a:solidFill>
          <a:schemeClr val="accent4">
            <a:hueOff val="10395692"/>
            <a:satOff val="-47968"/>
            <a:lumOff val="1765"/>
            <a:alphaOff val="0"/>
          </a:schemeClr>
        </a:solidFill>
        <a:ln>
          <a:noFill/>
        </a:ln>
        <a:effectLst>
          <a:outerShdw blurRad="38100" dist="12700" dir="5400000" algn="ctr" rotWithShape="0">
            <a:srgbClr val="000000">
              <a:alpha val="63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56ED11B-6B25-479F-A724-E5E8E1724545}">
      <dsp:nvSpPr>
        <dsp:cNvPr id="0" name=""/>
        <dsp:cNvSpPr/>
      </dsp:nvSpPr>
      <dsp:spPr>
        <a:xfrm>
          <a:off x="2239681" y="2936153"/>
          <a:ext cx="8207828" cy="1441267"/>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kern="1200" dirty="0"/>
            <a:t>Teoría </a:t>
          </a:r>
        </a:p>
        <a:p>
          <a:pPr lvl="0" algn="ctr" defTabSz="1244600">
            <a:lnSpc>
              <a:spcPct val="90000"/>
            </a:lnSpc>
            <a:spcBef>
              <a:spcPct val="0"/>
            </a:spcBef>
            <a:spcAft>
              <a:spcPct val="35000"/>
            </a:spcAft>
          </a:pPr>
          <a:r>
            <a:rPr lang="es-ES" sz="2800" kern="1200" dirty="0"/>
            <a:t>sustantiva</a:t>
          </a:r>
        </a:p>
      </dsp:txBody>
      <dsp:txXfrm>
        <a:off x="2239681" y="2936153"/>
        <a:ext cx="4103914" cy="1441267"/>
      </dsp:txXfrm>
    </dsp:sp>
    <dsp:sp modelId="{D9C420C4-8B9A-40B5-86AA-2ED8B755E938}">
      <dsp:nvSpPr>
        <dsp:cNvPr id="0" name=""/>
        <dsp:cNvSpPr/>
      </dsp:nvSpPr>
      <dsp:spPr>
        <a:xfrm>
          <a:off x="6154179" y="0"/>
          <a:ext cx="4554318" cy="1441271"/>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889000">
            <a:lnSpc>
              <a:spcPct val="90000"/>
            </a:lnSpc>
            <a:spcBef>
              <a:spcPct val="0"/>
            </a:spcBef>
            <a:spcAft>
              <a:spcPct val="15000"/>
            </a:spcAft>
            <a:buChar char="••"/>
          </a:pPr>
          <a:r>
            <a:rPr lang="es-ES" sz="2000" kern="1200" dirty="0" smtClean="0"/>
            <a:t>Sistema de creencias teóricas-metodológicas del/a investigador/a.</a:t>
          </a:r>
          <a:endParaRPr lang="es-ES" sz="2000" b="1" kern="1200" dirty="0"/>
        </a:p>
      </dsp:txBody>
      <dsp:txXfrm>
        <a:off x="6154179" y="0"/>
        <a:ext cx="4554318" cy="1441271"/>
      </dsp:txXfrm>
    </dsp:sp>
    <dsp:sp modelId="{F2B48B94-5AA1-48A8-AAD9-32ABAB0CEE2C}">
      <dsp:nvSpPr>
        <dsp:cNvPr id="0" name=""/>
        <dsp:cNvSpPr/>
      </dsp:nvSpPr>
      <dsp:spPr>
        <a:xfrm>
          <a:off x="6255648" y="1441271"/>
          <a:ext cx="4351380" cy="1441267"/>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889000">
            <a:lnSpc>
              <a:spcPct val="90000"/>
            </a:lnSpc>
            <a:spcBef>
              <a:spcPct val="0"/>
            </a:spcBef>
            <a:spcAft>
              <a:spcPct val="15000"/>
            </a:spcAft>
            <a:buChar char="••"/>
          </a:pPr>
          <a:endParaRPr lang="es-ES" sz="2000" kern="1200" dirty="0"/>
        </a:p>
        <a:p>
          <a:pPr marL="228600" lvl="1" indent="-228600" algn="l" defTabSz="889000">
            <a:lnSpc>
              <a:spcPct val="90000"/>
            </a:lnSpc>
            <a:spcBef>
              <a:spcPct val="0"/>
            </a:spcBef>
            <a:spcAft>
              <a:spcPct val="15000"/>
            </a:spcAft>
            <a:buChar char="••"/>
          </a:pPr>
          <a:r>
            <a:rPr lang="es-ES" sz="2000" kern="1200" dirty="0" smtClean="0"/>
            <a:t>Conjunto de proposiciones que explican procesos y fenómenos propios de una disciplina; y las características que asumen las relaciones entre el todo y las partes.</a:t>
          </a:r>
          <a:endParaRPr lang="es-ES" sz="2000" kern="1200" dirty="0"/>
        </a:p>
        <a:p>
          <a:pPr marL="114300" lvl="1" indent="-114300" algn="l" defTabSz="622300">
            <a:lnSpc>
              <a:spcPct val="90000"/>
            </a:lnSpc>
            <a:spcBef>
              <a:spcPct val="0"/>
            </a:spcBef>
            <a:spcAft>
              <a:spcPct val="15000"/>
            </a:spcAft>
            <a:buChar char="••"/>
          </a:pPr>
          <a:endParaRPr lang="es-ES" sz="1400" kern="1200" dirty="0"/>
        </a:p>
      </dsp:txBody>
      <dsp:txXfrm>
        <a:off x="6255648" y="1441271"/>
        <a:ext cx="4351380" cy="1441267"/>
      </dsp:txXfrm>
    </dsp:sp>
    <dsp:sp modelId="{CB36CAAF-0C89-4928-B93A-DD927E4920A6}">
      <dsp:nvSpPr>
        <dsp:cNvPr id="0" name=""/>
        <dsp:cNvSpPr/>
      </dsp:nvSpPr>
      <dsp:spPr>
        <a:xfrm>
          <a:off x="6126088" y="2882538"/>
          <a:ext cx="4610501" cy="1441267"/>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889000">
            <a:lnSpc>
              <a:spcPct val="90000"/>
            </a:lnSpc>
            <a:spcBef>
              <a:spcPct val="0"/>
            </a:spcBef>
            <a:spcAft>
              <a:spcPct val="15000"/>
            </a:spcAft>
            <a:buChar char="••"/>
          </a:pPr>
          <a:r>
            <a:rPr lang="es-ES" sz="2000" kern="1200" dirty="0" smtClean="0"/>
            <a:t>Proposiciones teóricas específicas que explican el fenómeno a estudiar.</a:t>
          </a:r>
          <a:endParaRPr lang="es-ES" sz="2000" kern="1200" dirty="0"/>
        </a:p>
      </dsp:txBody>
      <dsp:txXfrm>
        <a:off x="6126088" y="2882538"/>
        <a:ext cx="4610501" cy="14412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25C2E-C710-4D21-BAAF-55E989447A1F}">
      <dsp:nvSpPr>
        <dsp:cNvPr id="0" name=""/>
        <dsp:cNvSpPr/>
      </dsp:nvSpPr>
      <dsp:spPr>
        <a:xfrm>
          <a:off x="-794297" y="6"/>
          <a:ext cx="4680857" cy="4680857"/>
        </a:xfrm>
        <a:prstGeom prst="pie">
          <a:avLst>
            <a:gd name="adj1" fmla="val 5400000"/>
            <a:gd name="adj2" fmla="val 16200000"/>
          </a:avLst>
        </a:prstGeom>
        <a:gradFill rotWithShape="0">
          <a:gsLst>
            <a:gs pos="0">
              <a:schemeClr val="accent4">
                <a:hueOff val="0"/>
                <a:satOff val="0"/>
                <a:lumOff val="0"/>
                <a:alphaOff val="0"/>
                <a:satMod val="100000"/>
                <a:lumMod val="100000"/>
              </a:schemeClr>
            </a:gs>
            <a:gs pos="50000">
              <a:schemeClr val="accent4">
                <a:hueOff val="0"/>
                <a:satOff val="0"/>
                <a:lumOff val="0"/>
                <a:alphaOff val="0"/>
                <a:shade val="99000"/>
                <a:satMod val="105000"/>
                <a:lumMod val="100000"/>
              </a:schemeClr>
            </a:gs>
            <a:gs pos="100000">
              <a:schemeClr val="accent4">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sp>
    <dsp:sp modelId="{52102F54-34FA-4ADB-ABA3-B85572B48227}">
      <dsp:nvSpPr>
        <dsp:cNvPr id="0" name=""/>
        <dsp:cNvSpPr/>
      </dsp:nvSpPr>
      <dsp:spPr>
        <a:xfrm>
          <a:off x="1069691" y="67035"/>
          <a:ext cx="9117229" cy="4680857"/>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kern="1200" dirty="0" smtClean="0"/>
            <a:t>Paradigma</a:t>
          </a:r>
          <a:r>
            <a:rPr lang="es-ES" sz="3000" kern="1200" dirty="0" smtClean="0"/>
            <a:t> </a:t>
          </a:r>
          <a:endParaRPr lang="es-ES" sz="3000" kern="1200" dirty="0"/>
        </a:p>
      </dsp:txBody>
      <dsp:txXfrm>
        <a:off x="1069691" y="67035"/>
        <a:ext cx="4558614" cy="1404260"/>
      </dsp:txXfrm>
    </dsp:sp>
    <dsp:sp modelId="{69CF1790-3CB2-45B7-89BA-CDBA6307898B}">
      <dsp:nvSpPr>
        <dsp:cNvPr id="0" name=""/>
        <dsp:cNvSpPr/>
      </dsp:nvSpPr>
      <dsp:spPr>
        <a:xfrm>
          <a:off x="-425106" y="1616517"/>
          <a:ext cx="3042554" cy="3042554"/>
        </a:xfrm>
        <a:prstGeom prst="pie">
          <a:avLst>
            <a:gd name="adj1" fmla="val 5400000"/>
            <a:gd name="adj2" fmla="val 16200000"/>
          </a:avLst>
        </a:prstGeom>
        <a:gradFill rotWithShape="0">
          <a:gsLst>
            <a:gs pos="0">
              <a:schemeClr val="accent4">
                <a:hueOff val="5197846"/>
                <a:satOff val="-23984"/>
                <a:lumOff val="883"/>
                <a:alphaOff val="0"/>
                <a:satMod val="100000"/>
                <a:lumMod val="100000"/>
              </a:schemeClr>
            </a:gs>
            <a:gs pos="50000">
              <a:schemeClr val="accent4">
                <a:hueOff val="5197846"/>
                <a:satOff val="-23984"/>
                <a:lumOff val="883"/>
                <a:alphaOff val="0"/>
                <a:shade val="99000"/>
                <a:satMod val="105000"/>
                <a:lumMod val="100000"/>
              </a:schemeClr>
            </a:gs>
            <a:gs pos="100000">
              <a:schemeClr val="accent4">
                <a:hueOff val="5197846"/>
                <a:satOff val="-23984"/>
                <a:lumOff val="883"/>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sp>
    <dsp:sp modelId="{CC6B0681-500D-44CD-A2C7-9E2B502E8EE0}">
      <dsp:nvSpPr>
        <dsp:cNvPr id="0" name=""/>
        <dsp:cNvSpPr/>
      </dsp:nvSpPr>
      <dsp:spPr>
        <a:xfrm>
          <a:off x="1257121" y="1587567"/>
          <a:ext cx="8910644" cy="2694090"/>
        </a:xfrm>
        <a:prstGeom prst="rect">
          <a:avLst/>
        </a:prstGeom>
        <a:solidFill>
          <a:schemeClr val="lt1">
            <a:alpha val="90000"/>
            <a:hueOff val="0"/>
            <a:satOff val="0"/>
            <a:lumOff val="0"/>
            <a:alphaOff val="0"/>
          </a:schemeClr>
        </a:solidFill>
        <a:ln w="6350" cap="flat" cmpd="sng" algn="ctr">
          <a:solidFill>
            <a:schemeClr val="accent4">
              <a:hueOff val="5197846"/>
              <a:satOff val="-23984"/>
              <a:lumOff val="88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kern="1200" dirty="0"/>
            <a:t>Teoría </a:t>
          </a:r>
          <a:endParaRPr lang="es-ES" sz="2800" kern="1200" dirty="0" smtClean="0"/>
        </a:p>
        <a:p>
          <a:pPr lvl="0" algn="ctr" defTabSz="1244600">
            <a:lnSpc>
              <a:spcPct val="90000"/>
            </a:lnSpc>
            <a:spcBef>
              <a:spcPct val="0"/>
            </a:spcBef>
            <a:spcAft>
              <a:spcPct val="35000"/>
            </a:spcAft>
          </a:pPr>
          <a:r>
            <a:rPr lang="es-ES" sz="2800" kern="1200" dirty="0" smtClean="0"/>
            <a:t>General </a:t>
          </a:r>
          <a:endParaRPr lang="es-ES" sz="2800" kern="1200" dirty="0"/>
        </a:p>
      </dsp:txBody>
      <dsp:txXfrm>
        <a:off x="1257121" y="1587567"/>
        <a:ext cx="4455322" cy="1243426"/>
      </dsp:txXfrm>
    </dsp:sp>
    <dsp:sp modelId="{91C427C0-66C9-447A-8F65-F82345DDC860}">
      <dsp:nvSpPr>
        <dsp:cNvPr id="0" name=""/>
        <dsp:cNvSpPr/>
      </dsp:nvSpPr>
      <dsp:spPr>
        <a:xfrm>
          <a:off x="437579" y="3165937"/>
          <a:ext cx="1404255" cy="1404255"/>
        </a:xfrm>
        <a:prstGeom prst="pie">
          <a:avLst>
            <a:gd name="adj1" fmla="val 5400000"/>
            <a:gd name="adj2" fmla="val 16200000"/>
          </a:avLst>
        </a:prstGeom>
        <a:gradFill rotWithShape="0">
          <a:gsLst>
            <a:gs pos="0">
              <a:schemeClr val="accent4">
                <a:hueOff val="10395692"/>
                <a:satOff val="-47968"/>
                <a:lumOff val="1765"/>
                <a:alphaOff val="0"/>
                <a:satMod val="100000"/>
                <a:lumMod val="100000"/>
              </a:schemeClr>
            </a:gs>
            <a:gs pos="50000">
              <a:schemeClr val="accent4">
                <a:hueOff val="10395692"/>
                <a:satOff val="-47968"/>
                <a:lumOff val="1765"/>
                <a:alphaOff val="0"/>
                <a:shade val="99000"/>
                <a:satMod val="105000"/>
                <a:lumMod val="100000"/>
              </a:schemeClr>
            </a:gs>
            <a:gs pos="100000">
              <a:schemeClr val="accent4">
                <a:hueOff val="10395692"/>
                <a:satOff val="-47968"/>
                <a:lumOff val="1765"/>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sp>
    <dsp:sp modelId="{056ED11B-6B25-479F-A724-E5E8E1724545}">
      <dsp:nvSpPr>
        <dsp:cNvPr id="0" name=""/>
        <dsp:cNvSpPr/>
      </dsp:nvSpPr>
      <dsp:spPr>
        <a:xfrm>
          <a:off x="1275923" y="3145393"/>
          <a:ext cx="8925999" cy="1230493"/>
        </a:xfrm>
        <a:prstGeom prst="rect">
          <a:avLst/>
        </a:prstGeom>
        <a:solidFill>
          <a:schemeClr val="lt1">
            <a:alpha val="90000"/>
            <a:hueOff val="0"/>
            <a:satOff val="0"/>
            <a:lumOff val="0"/>
            <a:alphaOff val="0"/>
          </a:schemeClr>
        </a:solidFill>
        <a:ln w="6350" cap="flat" cmpd="sng" algn="ctr">
          <a:solidFill>
            <a:schemeClr val="accent4">
              <a:hueOff val="10395692"/>
              <a:satOff val="-47968"/>
              <a:lumOff val="176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kern="1200" dirty="0"/>
            <a:t>Teoría </a:t>
          </a:r>
        </a:p>
        <a:p>
          <a:pPr lvl="0" algn="ctr" defTabSz="1244600">
            <a:lnSpc>
              <a:spcPct val="90000"/>
            </a:lnSpc>
            <a:spcBef>
              <a:spcPct val="0"/>
            </a:spcBef>
            <a:spcAft>
              <a:spcPct val="35000"/>
            </a:spcAft>
          </a:pPr>
          <a:r>
            <a:rPr lang="es-ES" sz="2800" kern="1200" dirty="0"/>
            <a:t>sustantiva</a:t>
          </a:r>
        </a:p>
      </dsp:txBody>
      <dsp:txXfrm>
        <a:off x="1275923" y="3145393"/>
        <a:ext cx="4462999" cy="1230493"/>
      </dsp:txXfrm>
    </dsp:sp>
    <dsp:sp modelId="{D9C420C4-8B9A-40B5-86AA-2ED8B755E938}">
      <dsp:nvSpPr>
        <dsp:cNvPr id="0" name=""/>
        <dsp:cNvSpPr/>
      </dsp:nvSpPr>
      <dsp:spPr>
        <a:xfrm>
          <a:off x="5128001" y="-81640"/>
          <a:ext cx="5138885" cy="1730820"/>
        </a:xfrm>
        <a:prstGeom prst="rect">
          <a:avLst/>
        </a:prstGeom>
        <a:noFill/>
        <a:ln w="635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endParaRPr lang="es-ES" sz="1600" b="0" kern="1200" dirty="0"/>
        </a:p>
        <a:p>
          <a:pPr marL="171450" lvl="1" indent="-171450" algn="l" defTabSz="800100">
            <a:lnSpc>
              <a:spcPct val="90000"/>
            </a:lnSpc>
            <a:spcBef>
              <a:spcPct val="0"/>
            </a:spcBef>
            <a:spcAft>
              <a:spcPct val="15000"/>
            </a:spcAft>
            <a:buChar char="••"/>
          </a:pPr>
          <a:r>
            <a:rPr lang="es-MX" sz="1800" b="1" kern="1200" dirty="0" smtClean="0"/>
            <a:t>La realidad social y natural está conformada por sistemas </a:t>
          </a:r>
          <a:r>
            <a:rPr lang="es-MX" sz="1800" b="0" kern="1200" dirty="0" smtClean="0"/>
            <a:t>que, para ser descriptos y comprendidos requieren abordar sus componentes, pero también las relaciones entre ellos.</a:t>
          </a:r>
          <a:endParaRPr lang="es-ES" sz="1800" b="0" kern="1200" dirty="0"/>
        </a:p>
        <a:p>
          <a:pPr marL="171450" lvl="1" indent="-171450" algn="l" defTabSz="711200">
            <a:lnSpc>
              <a:spcPct val="90000"/>
            </a:lnSpc>
            <a:spcBef>
              <a:spcPct val="0"/>
            </a:spcBef>
            <a:spcAft>
              <a:spcPct val="15000"/>
            </a:spcAft>
            <a:buChar char="••"/>
          </a:pPr>
          <a:endParaRPr lang="es-ES" sz="1600" b="1" kern="1200" dirty="0"/>
        </a:p>
      </dsp:txBody>
      <dsp:txXfrm>
        <a:off x="5128001" y="-81640"/>
        <a:ext cx="5138885" cy="1730820"/>
      </dsp:txXfrm>
    </dsp:sp>
    <dsp:sp modelId="{F2B48B94-5AA1-48A8-AAD9-32ABAB0CEE2C}">
      <dsp:nvSpPr>
        <dsp:cNvPr id="0" name=""/>
        <dsp:cNvSpPr/>
      </dsp:nvSpPr>
      <dsp:spPr>
        <a:xfrm>
          <a:off x="5087244" y="1269996"/>
          <a:ext cx="5220398" cy="1836064"/>
        </a:xfrm>
        <a:prstGeom prst="rect">
          <a:avLst/>
        </a:prstGeom>
        <a:noFill/>
        <a:ln w="635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800100">
            <a:lnSpc>
              <a:spcPct val="90000"/>
            </a:lnSpc>
            <a:spcBef>
              <a:spcPct val="0"/>
            </a:spcBef>
            <a:spcAft>
              <a:spcPct val="15000"/>
            </a:spcAft>
            <a:buChar char="••"/>
          </a:pPr>
          <a:r>
            <a:rPr lang="es-MX" sz="1800" b="0" kern="1200" dirty="0" smtClean="0"/>
            <a:t>Los seres humanos tienen limitaciones que los obligan a cooperar entre sí y conforman </a:t>
          </a:r>
          <a:r>
            <a:rPr lang="es-MX" sz="1800" b="1" i="1" kern="1200" dirty="0" smtClean="0"/>
            <a:t>organizaciones</a:t>
          </a:r>
          <a:r>
            <a:rPr lang="es-MX" sz="1800" b="1" kern="1200" dirty="0" smtClean="0"/>
            <a:t> </a:t>
          </a:r>
          <a:r>
            <a:rPr lang="es-MX" sz="1800" b="0" kern="1200" dirty="0" smtClean="0"/>
            <a:t>para lograr metas que no podrían alcanzar individualmente.</a:t>
          </a:r>
          <a:endParaRPr lang="es-ES" sz="1800" b="0" kern="1200" dirty="0"/>
        </a:p>
      </dsp:txBody>
      <dsp:txXfrm>
        <a:off x="5087244" y="1269996"/>
        <a:ext cx="5220398" cy="1836064"/>
      </dsp:txXfrm>
    </dsp:sp>
    <dsp:sp modelId="{CB36CAAF-0C89-4928-B93A-DD927E4920A6}">
      <dsp:nvSpPr>
        <dsp:cNvPr id="0" name=""/>
        <dsp:cNvSpPr/>
      </dsp:nvSpPr>
      <dsp:spPr>
        <a:xfrm>
          <a:off x="4036439" y="2960916"/>
          <a:ext cx="5991233" cy="1407878"/>
        </a:xfrm>
        <a:prstGeom prst="rect">
          <a:avLst/>
        </a:prstGeom>
        <a:noFill/>
        <a:ln w="635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a:lnSpc>
              <a:spcPct val="90000"/>
            </a:lnSpc>
            <a:spcBef>
              <a:spcPct val="0"/>
            </a:spcBef>
            <a:spcAft>
              <a:spcPct val="15000"/>
            </a:spcAft>
            <a:buChar char="••"/>
          </a:pPr>
          <a:endParaRPr lang="es-ES" sz="1600" b="1" kern="1200" dirty="0"/>
        </a:p>
        <a:p>
          <a:pPr marL="171450" lvl="1" indent="-171450" algn="l" defTabSz="711200">
            <a:lnSpc>
              <a:spcPct val="90000"/>
            </a:lnSpc>
            <a:spcBef>
              <a:spcPct val="0"/>
            </a:spcBef>
            <a:spcAft>
              <a:spcPct val="15000"/>
            </a:spcAft>
            <a:buChar char="••"/>
          </a:pPr>
          <a:endParaRPr lang="es-ES" sz="1600" b="1" kern="1200" dirty="0"/>
        </a:p>
        <a:p>
          <a:pPr marL="171450" lvl="1" indent="-171450" algn="l" defTabSz="800100">
            <a:lnSpc>
              <a:spcPct val="90000"/>
            </a:lnSpc>
            <a:spcBef>
              <a:spcPct val="0"/>
            </a:spcBef>
            <a:spcAft>
              <a:spcPct val="15000"/>
            </a:spcAft>
            <a:buChar char="••"/>
          </a:pPr>
          <a:r>
            <a:rPr lang="es-MX" sz="1800" b="0" kern="1200" dirty="0" smtClean="0"/>
            <a:t>El </a:t>
          </a:r>
          <a:r>
            <a:rPr lang="es-MX" sz="1800" b="1" kern="1200" dirty="0" smtClean="0"/>
            <a:t>clima organizacional </a:t>
          </a:r>
          <a:r>
            <a:rPr lang="es-MX" sz="1800" b="0" kern="1200" dirty="0" smtClean="0"/>
            <a:t>es una propiedad del ambiente organizacional descrita por sus miembros. </a:t>
          </a:r>
          <a:endParaRPr lang="es-ES" sz="1800" b="0" kern="1200" dirty="0"/>
        </a:p>
        <a:p>
          <a:pPr marL="171450" lvl="1" indent="-171450" algn="l" defTabSz="800100">
            <a:lnSpc>
              <a:spcPct val="90000"/>
            </a:lnSpc>
            <a:spcBef>
              <a:spcPct val="0"/>
            </a:spcBef>
            <a:spcAft>
              <a:spcPct val="15000"/>
            </a:spcAft>
            <a:buChar char="••"/>
          </a:pPr>
          <a:r>
            <a:rPr lang="es-MX" sz="1800" b="0" kern="1200" dirty="0" smtClean="0"/>
            <a:t>La </a:t>
          </a:r>
          <a:r>
            <a:rPr lang="es-MX" sz="1800" b="1" kern="1200" dirty="0" smtClean="0"/>
            <a:t>satisfacción laboral </a:t>
          </a:r>
          <a:r>
            <a:rPr lang="es-MX" sz="1800" b="0" kern="1200" dirty="0" smtClean="0"/>
            <a:t>es la disposición hacia el trabajo, basada en creencias y valores desarrollados a partir de su experiencia ocupacional </a:t>
          </a:r>
          <a:endParaRPr lang="es-ES" sz="1800" b="0" kern="1200" dirty="0"/>
        </a:p>
        <a:p>
          <a:pPr marL="171450" lvl="1" indent="-171450" algn="l" defTabSz="711200">
            <a:lnSpc>
              <a:spcPct val="90000"/>
            </a:lnSpc>
            <a:spcBef>
              <a:spcPct val="0"/>
            </a:spcBef>
            <a:spcAft>
              <a:spcPct val="15000"/>
            </a:spcAft>
            <a:buChar char="••"/>
          </a:pPr>
          <a:endParaRPr lang="es-ES" sz="1600" b="1" kern="1200" dirty="0"/>
        </a:p>
      </dsp:txBody>
      <dsp:txXfrm>
        <a:off x="4036439" y="2960916"/>
        <a:ext cx="5991233" cy="14078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7657B-036F-4908-9878-A5E0336B7C09}">
      <dsp:nvSpPr>
        <dsp:cNvPr id="0" name=""/>
        <dsp:cNvSpPr/>
      </dsp:nvSpPr>
      <dsp:spPr>
        <a:xfrm>
          <a:off x="-5875187" y="-899131"/>
          <a:ext cx="6994375" cy="6994375"/>
        </a:xfrm>
        <a:prstGeom prst="blockArc">
          <a:avLst>
            <a:gd name="adj1" fmla="val 18900000"/>
            <a:gd name="adj2" fmla="val 2700000"/>
            <a:gd name="adj3" fmla="val 309"/>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6636C5-C42B-4141-A3B8-4B58F793F886}">
      <dsp:nvSpPr>
        <dsp:cNvPr id="0" name=""/>
        <dsp:cNvSpPr/>
      </dsp:nvSpPr>
      <dsp:spPr>
        <a:xfrm>
          <a:off x="489152" y="324653"/>
          <a:ext cx="10555723" cy="64972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717" tIns="71120" rIns="71120" bIns="71120" numCol="1" spcCol="1270" anchor="ctr" anchorCtr="0">
          <a:noAutofit/>
        </a:bodyPr>
        <a:lstStyle/>
        <a:p>
          <a:pPr lvl="0" algn="l" defTabSz="1244600">
            <a:lnSpc>
              <a:spcPct val="90000"/>
            </a:lnSpc>
            <a:spcBef>
              <a:spcPct val="0"/>
            </a:spcBef>
            <a:spcAft>
              <a:spcPct val="35000"/>
            </a:spcAft>
          </a:pPr>
          <a:r>
            <a:rPr lang="es-MX" sz="2800" b="1" kern="1200" dirty="0" smtClean="0">
              <a:solidFill>
                <a:schemeClr val="tx1"/>
              </a:solidFill>
            </a:rPr>
            <a:t>una </a:t>
          </a:r>
          <a:r>
            <a:rPr lang="es-MX" sz="2800" b="1" i="1" kern="1200" dirty="0" smtClean="0">
              <a:solidFill>
                <a:schemeClr val="tx1"/>
              </a:solidFill>
            </a:rPr>
            <a:t>mirada integrada </a:t>
          </a:r>
          <a:r>
            <a:rPr lang="es-MX" sz="2800" b="1" kern="1200" dirty="0" smtClean="0">
              <a:solidFill>
                <a:schemeClr val="tx1"/>
              </a:solidFill>
            </a:rPr>
            <a:t>del problema de investigación;</a:t>
          </a:r>
          <a:endParaRPr lang="es-ES" sz="2800" b="1" kern="1200" dirty="0">
            <a:solidFill>
              <a:schemeClr val="tx1"/>
            </a:solidFill>
          </a:endParaRPr>
        </a:p>
      </dsp:txBody>
      <dsp:txXfrm>
        <a:off x="489152" y="324653"/>
        <a:ext cx="10555723" cy="649721"/>
      </dsp:txXfrm>
    </dsp:sp>
    <dsp:sp modelId="{81B81C2E-4F40-46F5-BA88-4382E6EC6E8A}">
      <dsp:nvSpPr>
        <dsp:cNvPr id="0" name=""/>
        <dsp:cNvSpPr/>
      </dsp:nvSpPr>
      <dsp:spPr>
        <a:xfrm>
          <a:off x="83076" y="243437"/>
          <a:ext cx="812152" cy="812152"/>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00BBC3-7382-469D-BABD-C9A46DDFFD7D}">
      <dsp:nvSpPr>
        <dsp:cNvPr id="0" name=""/>
        <dsp:cNvSpPr/>
      </dsp:nvSpPr>
      <dsp:spPr>
        <a:xfrm>
          <a:off x="954724" y="1298924"/>
          <a:ext cx="10090151" cy="649721"/>
        </a:xfrm>
        <a:prstGeom prst="rect">
          <a:avLst/>
        </a:prstGeom>
        <a:solidFill>
          <a:schemeClr val="accent4">
            <a:hueOff val="2598923"/>
            <a:satOff val="-11992"/>
            <a:lumOff val="44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717" tIns="71120" rIns="71120" bIns="71120" numCol="1" spcCol="1270" anchor="ctr" anchorCtr="0">
          <a:noAutofit/>
        </a:bodyPr>
        <a:lstStyle/>
        <a:p>
          <a:pPr lvl="0" algn="l" defTabSz="1244600">
            <a:lnSpc>
              <a:spcPct val="90000"/>
            </a:lnSpc>
            <a:spcBef>
              <a:spcPct val="0"/>
            </a:spcBef>
            <a:spcAft>
              <a:spcPct val="35000"/>
            </a:spcAft>
          </a:pPr>
          <a:r>
            <a:rPr lang="es-ES" sz="2800" b="1" kern="1200" dirty="0" smtClean="0">
              <a:solidFill>
                <a:schemeClr val="tx1"/>
              </a:solidFill>
            </a:rPr>
            <a:t>una </a:t>
          </a:r>
          <a:r>
            <a:rPr lang="es-ES" sz="2800" b="1" i="1" kern="1200" dirty="0" smtClean="0">
              <a:solidFill>
                <a:schemeClr val="tx1"/>
              </a:solidFill>
            </a:rPr>
            <a:t>visión propia </a:t>
          </a:r>
          <a:r>
            <a:rPr lang="es-ES" sz="2800" b="1" kern="1200" dirty="0" smtClean="0">
              <a:solidFill>
                <a:schemeClr val="tx1"/>
              </a:solidFill>
            </a:rPr>
            <a:t>coherente con el problema;</a:t>
          </a:r>
          <a:endParaRPr lang="es-ES" sz="2800" b="1" kern="1200" dirty="0">
            <a:solidFill>
              <a:schemeClr val="tx1"/>
            </a:solidFill>
          </a:endParaRPr>
        </a:p>
      </dsp:txBody>
      <dsp:txXfrm>
        <a:off x="954724" y="1298924"/>
        <a:ext cx="10090151" cy="649721"/>
      </dsp:txXfrm>
    </dsp:sp>
    <dsp:sp modelId="{7034B4C2-AA2A-4541-ACB9-894D74E043D1}">
      <dsp:nvSpPr>
        <dsp:cNvPr id="0" name=""/>
        <dsp:cNvSpPr/>
      </dsp:nvSpPr>
      <dsp:spPr>
        <a:xfrm>
          <a:off x="548647" y="1217709"/>
          <a:ext cx="812152" cy="812152"/>
        </a:xfrm>
        <a:prstGeom prst="ellipse">
          <a:avLst/>
        </a:prstGeom>
        <a:solidFill>
          <a:schemeClr val="lt1">
            <a:hueOff val="0"/>
            <a:satOff val="0"/>
            <a:lumOff val="0"/>
            <a:alphaOff val="0"/>
          </a:schemeClr>
        </a:solidFill>
        <a:ln w="12700" cap="flat" cmpd="sng" algn="ctr">
          <a:solidFill>
            <a:schemeClr val="accent4">
              <a:hueOff val="2598923"/>
              <a:satOff val="-11992"/>
              <a:lumOff val="441"/>
              <a:alphaOff val="0"/>
            </a:schemeClr>
          </a:solidFill>
          <a:prstDash val="solid"/>
        </a:ln>
        <a:effectLst/>
      </dsp:spPr>
      <dsp:style>
        <a:lnRef idx="2">
          <a:scrgbClr r="0" g="0" b="0"/>
        </a:lnRef>
        <a:fillRef idx="1">
          <a:scrgbClr r="0" g="0" b="0"/>
        </a:fillRef>
        <a:effectRef idx="0">
          <a:scrgbClr r="0" g="0" b="0"/>
        </a:effectRef>
        <a:fontRef idx="minor"/>
      </dsp:style>
    </dsp:sp>
    <dsp:sp modelId="{C74C5065-CB7C-4943-941C-E12E89DA4D1F}">
      <dsp:nvSpPr>
        <dsp:cNvPr id="0" name=""/>
        <dsp:cNvSpPr/>
      </dsp:nvSpPr>
      <dsp:spPr>
        <a:xfrm>
          <a:off x="1097617" y="2273195"/>
          <a:ext cx="9947258" cy="649721"/>
        </a:xfrm>
        <a:prstGeom prst="rect">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717" tIns="71120" rIns="71120" bIns="71120" numCol="1" spcCol="1270" anchor="ctr" anchorCtr="0">
          <a:noAutofit/>
        </a:bodyPr>
        <a:lstStyle/>
        <a:p>
          <a:pPr lvl="0" algn="l" defTabSz="1244600">
            <a:lnSpc>
              <a:spcPct val="90000"/>
            </a:lnSpc>
            <a:spcBef>
              <a:spcPct val="0"/>
            </a:spcBef>
            <a:spcAft>
              <a:spcPct val="35000"/>
            </a:spcAft>
          </a:pPr>
          <a:r>
            <a:rPr lang="es-ES" sz="2800" b="1" kern="1200" dirty="0" smtClean="0">
              <a:solidFill>
                <a:schemeClr val="tx1"/>
              </a:solidFill>
            </a:rPr>
            <a:t>las teorías seleccionadas deben ser </a:t>
          </a:r>
          <a:r>
            <a:rPr lang="es-ES" sz="2800" b="1" i="1" kern="1200" dirty="0" smtClean="0">
              <a:solidFill>
                <a:schemeClr val="tx1"/>
              </a:solidFill>
            </a:rPr>
            <a:t>pertinentes</a:t>
          </a:r>
          <a:r>
            <a:rPr lang="es-ES" sz="2800" b="1" kern="1200" dirty="0" smtClean="0">
              <a:solidFill>
                <a:schemeClr val="tx1"/>
              </a:solidFill>
            </a:rPr>
            <a:t> al problema y</a:t>
          </a:r>
          <a:endParaRPr lang="es-ES" sz="2800" b="1" kern="1200" dirty="0">
            <a:solidFill>
              <a:schemeClr val="tx1"/>
            </a:solidFill>
          </a:endParaRPr>
        </a:p>
      </dsp:txBody>
      <dsp:txXfrm>
        <a:off x="1097617" y="2273195"/>
        <a:ext cx="9947258" cy="649721"/>
      </dsp:txXfrm>
    </dsp:sp>
    <dsp:sp modelId="{F06C4343-229D-463E-AEAD-13EC8B37FEFD}">
      <dsp:nvSpPr>
        <dsp:cNvPr id="0" name=""/>
        <dsp:cNvSpPr/>
      </dsp:nvSpPr>
      <dsp:spPr>
        <a:xfrm>
          <a:off x="691540" y="2191980"/>
          <a:ext cx="812152" cy="812152"/>
        </a:xfrm>
        <a:prstGeom prst="ellipse">
          <a:avLst/>
        </a:prstGeom>
        <a:solidFill>
          <a:schemeClr val="lt1">
            <a:hueOff val="0"/>
            <a:satOff val="0"/>
            <a:lumOff val="0"/>
            <a:alphaOff val="0"/>
          </a:schemeClr>
        </a:solidFill>
        <a:ln w="12700" cap="flat" cmpd="sng" algn="ctr">
          <a:solidFill>
            <a:schemeClr val="accent4">
              <a:hueOff val="5197846"/>
              <a:satOff val="-23984"/>
              <a:lumOff val="883"/>
              <a:alphaOff val="0"/>
            </a:schemeClr>
          </a:solidFill>
          <a:prstDash val="solid"/>
        </a:ln>
        <a:effectLst/>
      </dsp:spPr>
      <dsp:style>
        <a:lnRef idx="2">
          <a:scrgbClr r="0" g="0" b="0"/>
        </a:lnRef>
        <a:fillRef idx="1">
          <a:scrgbClr r="0" g="0" b="0"/>
        </a:fillRef>
        <a:effectRef idx="0">
          <a:scrgbClr r="0" g="0" b="0"/>
        </a:effectRef>
        <a:fontRef idx="minor"/>
      </dsp:style>
    </dsp:sp>
    <dsp:sp modelId="{2FF79573-BE75-4B35-AC97-E58A984E0C13}">
      <dsp:nvSpPr>
        <dsp:cNvPr id="0" name=""/>
        <dsp:cNvSpPr/>
      </dsp:nvSpPr>
      <dsp:spPr>
        <a:xfrm>
          <a:off x="954724" y="3247466"/>
          <a:ext cx="10090151" cy="649721"/>
        </a:xfrm>
        <a:prstGeom prst="rect">
          <a:avLst/>
        </a:prstGeom>
        <a:solidFill>
          <a:schemeClr val="accent4">
            <a:hueOff val="7796769"/>
            <a:satOff val="-35976"/>
            <a:lumOff val="132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717" tIns="71120" rIns="71120" bIns="71120" numCol="1" spcCol="1270" anchor="ctr" anchorCtr="0">
          <a:noAutofit/>
        </a:bodyPr>
        <a:lstStyle/>
        <a:p>
          <a:pPr lvl="0" algn="l" defTabSz="1244600">
            <a:lnSpc>
              <a:spcPct val="90000"/>
            </a:lnSpc>
            <a:spcBef>
              <a:spcPct val="0"/>
            </a:spcBef>
            <a:spcAft>
              <a:spcPct val="35000"/>
            </a:spcAft>
          </a:pPr>
          <a:r>
            <a:rPr lang="es-ES" sz="2800" b="1" i="1" kern="1200" dirty="0" smtClean="0">
              <a:solidFill>
                <a:schemeClr val="tx1"/>
              </a:solidFill>
            </a:rPr>
            <a:t>suficientes</a:t>
          </a:r>
          <a:r>
            <a:rPr lang="es-ES" sz="2800" b="1" kern="1200" dirty="0" smtClean="0">
              <a:solidFill>
                <a:schemeClr val="tx1"/>
              </a:solidFill>
            </a:rPr>
            <a:t> para comprender dicho problema (</a:t>
          </a:r>
          <a:r>
            <a:rPr lang="es-ES" sz="2800" b="1" kern="1200" dirty="0" err="1" smtClean="0">
              <a:solidFill>
                <a:schemeClr val="tx1"/>
              </a:solidFill>
            </a:rPr>
            <a:t>niv</a:t>
          </a:r>
          <a:r>
            <a:rPr lang="es-ES" sz="2800" b="1" kern="1200" dirty="0" smtClean="0">
              <a:solidFill>
                <a:schemeClr val="tx1"/>
              </a:solidFill>
            </a:rPr>
            <a:t>. </a:t>
          </a:r>
          <a:r>
            <a:rPr lang="es-ES" sz="2800" b="1" kern="1200" dirty="0" err="1" smtClean="0">
              <a:solidFill>
                <a:schemeClr val="tx1"/>
              </a:solidFill>
            </a:rPr>
            <a:t>abs</a:t>
          </a:r>
          <a:r>
            <a:rPr lang="es-ES" sz="2800" b="1" kern="1200" dirty="0" smtClean="0">
              <a:solidFill>
                <a:schemeClr val="tx1"/>
              </a:solidFill>
            </a:rPr>
            <a:t>.)  </a:t>
          </a:r>
          <a:endParaRPr lang="es-ES" sz="2800" b="1" kern="1200" dirty="0">
            <a:solidFill>
              <a:schemeClr val="tx1"/>
            </a:solidFill>
          </a:endParaRPr>
        </a:p>
      </dsp:txBody>
      <dsp:txXfrm>
        <a:off x="954724" y="3247466"/>
        <a:ext cx="10090151" cy="649721"/>
      </dsp:txXfrm>
    </dsp:sp>
    <dsp:sp modelId="{5325247C-DF9D-41A3-B544-F913AB1B8BD3}">
      <dsp:nvSpPr>
        <dsp:cNvPr id="0" name=""/>
        <dsp:cNvSpPr/>
      </dsp:nvSpPr>
      <dsp:spPr>
        <a:xfrm>
          <a:off x="548647" y="3166251"/>
          <a:ext cx="812152" cy="812152"/>
        </a:xfrm>
        <a:prstGeom prst="ellipse">
          <a:avLst/>
        </a:prstGeom>
        <a:solidFill>
          <a:schemeClr val="lt1">
            <a:hueOff val="0"/>
            <a:satOff val="0"/>
            <a:lumOff val="0"/>
            <a:alphaOff val="0"/>
          </a:schemeClr>
        </a:solidFill>
        <a:ln w="12700" cap="flat" cmpd="sng" algn="ctr">
          <a:solidFill>
            <a:schemeClr val="accent4">
              <a:hueOff val="7796769"/>
              <a:satOff val="-35976"/>
              <a:lumOff val="1324"/>
              <a:alphaOff val="0"/>
            </a:schemeClr>
          </a:solidFill>
          <a:prstDash val="solid"/>
        </a:ln>
        <a:effectLst/>
      </dsp:spPr>
      <dsp:style>
        <a:lnRef idx="2">
          <a:scrgbClr r="0" g="0" b="0"/>
        </a:lnRef>
        <a:fillRef idx="1">
          <a:scrgbClr r="0" g="0" b="0"/>
        </a:fillRef>
        <a:effectRef idx="0">
          <a:scrgbClr r="0" g="0" b="0"/>
        </a:effectRef>
        <a:fontRef idx="minor"/>
      </dsp:style>
    </dsp:sp>
    <dsp:sp modelId="{AFA384CA-0D4A-4B9F-B9AB-9385AC5206BE}">
      <dsp:nvSpPr>
        <dsp:cNvPr id="0" name=""/>
        <dsp:cNvSpPr/>
      </dsp:nvSpPr>
      <dsp:spPr>
        <a:xfrm>
          <a:off x="489152" y="4221737"/>
          <a:ext cx="10555723" cy="649721"/>
        </a:xfrm>
        <a:prstGeom prst="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717" tIns="71120" rIns="71120" bIns="71120" numCol="1" spcCol="1270" anchor="ctr" anchorCtr="0">
          <a:noAutofit/>
        </a:bodyPr>
        <a:lstStyle/>
        <a:p>
          <a:pPr lvl="0" algn="l" defTabSz="1244600">
            <a:lnSpc>
              <a:spcPct val="90000"/>
            </a:lnSpc>
            <a:spcBef>
              <a:spcPct val="0"/>
            </a:spcBef>
            <a:spcAft>
              <a:spcPct val="35000"/>
            </a:spcAft>
          </a:pPr>
          <a:r>
            <a:rPr lang="es-ES" sz="2800" b="1" kern="1200" dirty="0" smtClean="0">
              <a:solidFill>
                <a:schemeClr val="tx1"/>
              </a:solidFill>
            </a:rPr>
            <a:t>y estar ordenadas </a:t>
          </a:r>
          <a:r>
            <a:rPr lang="es-ES" sz="2800" b="1" i="1" kern="1200" dirty="0" smtClean="0">
              <a:solidFill>
                <a:schemeClr val="tx1"/>
              </a:solidFill>
            </a:rPr>
            <a:t>jerárquicamente </a:t>
          </a:r>
          <a:r>
            <a:rPr lang="es-ES" sz="2800" b="1" kern="1200" dirty="0" smtClean="0">
              <a:solidFill>
                <a:schemeClr val="tx1"/>
              </a:solidFill>
            </a:rPr>
            <a:t>de lo general a lo particular.</a:t>
          </a:r>
          <a:endParaRPr lang="es-ES" sz="2800" b="1" kern="1200" dirty="0">
            <a:solidFill>
              <a:schemeClr val="tx1"/>
            </a:solidFill>
          </a:endParaRPr>
        </a:p>
      </dsp:txBody>
      <dsp:txXfrm>
        <a:off x="489152" y="4221737"/>
        <a:ext cx="10555723" cy="649721"/>
      </dsp:txXfrm>
    </dsp:sp>
    <dsp:sp modelId="{356620CE-6741-47CB-AD7D-60C266D0D8D8}">
      <dsp:nvSpPr>
        <dsp:cNvPr id="0" name=""/>
        <dsp:cNvSpPr/>
      </dsp:nvSpPr>
      <dsp:spPr>
        <a:xfrm>
          <a:off x="83076" y="4140522"/>
          <a:ext cx="812152" cy="812152"/>
        </a:xfrm>
        <a:prstGeom prst="ellipse">
          <a:avLst/>
        </a:prstGeom>
        <a:solidFill>
          <a:schemeClr val="lt1">
            <a:hueOff val="0"/>
            <a:satOff val="0"/>
            <a:lumOff val="0"/>
            <a:alphaOff val="0"/>
          </a:schemeClr>
        </a:solidFill>
        <a:ln w="12700" cap="flat" cmpd="sng" algn="ctr">
          <a:solidFill>
            <a:schemeClr val="accent4">
              <a:hueOff val="10395692"/>
              <a:satOff val="-47968"/>
              <a:lumOff val="176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1F6982-B693-4124-93C4-878CF8D15C35}" type="datetimeFigureOut">
              <a:rPr lang="en-US" smtClean="0"/>
              <a:t>4/13/2026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2C0BE-5A6B-4201-B6DA-2E22A5DE6029}" type="slidenum">
              <a:rPr lang="en-US" smtClean="0"/>
              <a:t>‹Nº›</a:t>
            </a:fld>
            <a:endParaRPr lang="en-US"/>
          </a:p>
        </p:txBody>
      </p:sp>
    </p:spTree>
    <p:extLst>
      <p:ext uri="{BB962C8B-B14F-4D97-AF65-F5344CB8AC3E}">
        <p14:creationId xmlns:p14="http://schemas.microsoft.com/office/powerpoint/2010/main" val="2148237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AR" dirty="0"/>
              <a:t>Esta imagen nos permite recordar las</a:t>
            </a:r>
            <a:r>
              <a:rPr lang="es-AR" baseline="0" dirty="0"/>
              <a:t> nociones de proceso, proyecto y diseño.</a:t>
            </a:r>
            <a:endParaRPr lang="es-AR" dirty="0"/>
          </a:p>
        </p:txBody>
      </p:sp>
      <p:sp>
        <p:nvSpPr>
          <p:cNvPr id="4" name="3 Marcador de número de diapositiva"/>
          <p:cNvSpPr>
            <a:spLocks noGrp="1"/>
          </p:cNvSpPr>
          <p:nvPr>
            <p:ph type="sldNum" sz="quarter" idx="10"/>
          </p:nvPr>
        </p:nvSpPr>
        <p:spPr/>
        <p:txBody>
          <a:bodyPr/>
          <a:lstStyle/>
          <a:p>
            <a:fld id="{94C318E1-5AD2-475E-A9D6-EB2284CAA8B5}" type="slidenum">
              <a:rPr lang="es-AR" smtClean="0"/>
              <a:pPr/>
              <a:t>3</a:t>
            </a:fld>
            <a:endParaRPr lang="es-AR"/>
          </a:p>
        </p:txBody>
      </p:sp>
    </p:spTree>
    <p:extLst>
      <p:ext uri="{BB962C8B-B14F-4D97-AF65-F5344CB8AC3E}">
        <p14:creationId xmlns:p14="http://schemas.microsoft.com/office/powerpoint/2010/main" val="3729981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B262C0BE-5A6B-4201-B6DA-2E22A5DE6029}" type="slidenum">
              <a:rPr lang="en-US" smtClean="0"/>
              <a:t>4</a:t>
            </a:fld>
            <a:endParaRPr lang="en-US"/>
          </a:p>
        </p:txBody>
      </p:sp>
    </p:spTree>
    <p:extLst>
      <p:ext uri="{BB962C8B-B14F-4D97-AF65-F5344CB8AC3E}">
        <p14:creationId xmlns:p14="http://schemas.microsoft.com/office/powerpoint/2010/main" val="854661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B262C0BE-5A6B-4201-B6DA-2E22A5DE6029}" type="slidenum">
              <a:rPr lang="en-US" smtClean="0"/>
              <a:t>18</a:t>
            </a:fld>
            <a:endParaRPr lang="en-US"/>
          </a:p>
        </p:txBody>
      </p:sp>
    </p:spTree>
    <p:extLst>
      <p:ext uri="{BB962C8B-B14F-4D97-AF65-F5344CB8AC3E}">
        <p14:creationId xmlns:p14="http://schemas.microsoft.com/office/powerpoint/2010/main" val="2226424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B61BEF0D-F0BB-DE4B-95CE-6DB70DBA9567}" type="datetimeFigureOut">
              <a:rPr lang="en-US" smtClean="0"/>
              <a:pPr/>
              <a:t>4/13/2026</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86464540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687547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98183092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10486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25751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289442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768168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8" name="Date Placeholder 7"/>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6728" y="6227064"/>
            <a:ext cx="1463040" cy="256032"/>
          </a:xfrm>
        </p:spPr>
        <p:txBody>
          <a:bodyPr/>
          <a:lstStyle/>
          <a:p>
            <a:fld id="{D57F1E4F-1CFF-5643-939E-217C01CDF565}" type="slidenum">
              <a:rPr lang="en-US" smtClean="0"/>
              <a:pPr/>
              <a:t>‹Nº›</a:t>
            </a:fld>
            <a:endParaRPr lang="en-US" dirty="0"/>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5713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4/13/2026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56032"/>
          </a:xfrm>
        </p:spPr>
        <p:txBody>
          <a:bodyPr/>
          <a:lstStyle/>
          <a:p>
            <a:fld id="{D57F1E4F-1CFF-5643-939E-217C01CDF565}" type="slidenum">
              <a:rPr lang="en-US" smtClean="0"/>
              <a:pPr/>
              <a:t>‹Nº›</a:t>
            </a:fld>
            <a:endParaRPr lang="en-US" dirty="0"/>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48550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290896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04880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B61BEF0D-F0BB-DE4B-95CE-6DB70DBA9567}" type="datetimeFigureOut">
              <a:rPr lang="en-US" smtClean="0"/>
              <a:pPr/>
              <a:t>4/13/2026</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57F1E4F-1CFF-5643-939E-217C01CDF565}" type="slidenum">
              <a:rPr lang="en-US" smtClean="0"/>
              <a:pPr/>
              <a:t>‹Nº›</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1026511087"/>
      </p:ext>
    </p:extLst>
  </p:cSld>
  <p:clrMap bg1="lt1" tx1="dk1" bg2="lt2" tx2="dk2" accent1="accent1" accent2="accent2" accent3="accent3" accent4="accent4" accent5="accent5" accent6="accent6" hlink="hlink" folHlink="folHlink"/>
  <p:sldLayoutIdLst>
    <p:sldLayoutId id="2147485065" r:id="rId1"/>
    <p:sldLayoutId id="2147485066" r:id="rId2"/>
    <p:sldLayoutId id="2147485067" r:id="rId3"/>
    <p:sldLayoutId id="2147485068" r:id="rId4"/>
    <p:sldLayoutId id="2147485069" r:id="rId5"/>
    <p:sldLayoutId id="2147485070" r:id="rId6"/>
    <p:sldLayoutId id="2147485071" r:id="rId7"/>
    <p:sldLayoutId id="2147485072" r:id="rId8"/>
    <p:sldLayoutId id="2147485073" r:id="rId9"/>
    <p:sldLayoutId id="2147485074" r:id="rId10"/>
    <p:sldLayoutId id="214748507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bdigital.uncu.edu.a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799770" y="2017486"/>
            <a:ext cx="8830523" cy="1538514"/>
          </a:xfrm>
        </p:spPr>
        <p:txBody>
          <a:bodyPr>
            <a:noAutofit/>
          </a:bodyPr>
          <a:lstStyle/>
          <a:p>
            <a:r>
              <a:rPr lang="es-MX" sz="2400" b="1" dirty="0" smtClean="0"/>
              <a:t>metodología </a:t>
            </a:r>
            <a:r>
              <a:rPr lang="es-MX" sz="2400" b="1" dirty="0"/>
              <a:t>de la investigación</a:t>
            </a:r>
            <a:endParaRPr lang="en-US" sz="2400" dirty="0"/>
          </a:p>
        </p:txBody>
      </p:sp>
      <p:sp>
        <p:nvSpPr>
          <p:cNvPr id="3" name="Subtítulo 2"/>
          <p:cNvSpPr>
            <a:spLocks noGrp="1"/>
          </p:cNvSpPr>
          <p:nvPr>
            <p:ph type="subTitle" idx="1"/>
          </p:nvPr>
        </p:nvSpPr>
        <p:spPr>
          <a:xfrm>
            <a:off x="1944914" y="3338287"/>
            <a:ext cx="8553223" cy="2032000"/>
          </a:xfrm>
        </p:spPr>
        <p:txBody>
          <a:bodyPr>
            <a:normAutofit fontScale="70000" lnSpcReduction="20000"/>
          </a:bodyPr>
          <a:lstStyle/>
          <a:p>
            <a:pPr algn="l"/>
            <a:endParaRPr lang="es-MX" sz="2600" b="1" dirty="0" smtClean="0"/>
          </a:p>
          <a:p>
            <a:r>
              <a:rPr lang="es-MX" sz="3100" b="1" dirty="0" smtClean="0"/>
              <a:t>Dra</a:t>
            </a:r>
            <a:r>
              <a:rPr lang="es-MX" sz="3100" b="1" dirty="0"/>
              <a:t>.  </a:t>
            </a:r>
            <a:r>
              <a:rPr lang="es-MX" sz="3100" b="1" dirty="0" smtClean="0"/>
              <a:t>Alejandra Gabriele</a:t>
            </a:r>
          </a:p>
          <a:p>
            <a:pPr algn="l"/>
            <a:endParaRPr lang="es-MX" sz="3100" b="1" dirty="0" smtClean="0"/>
          </a:p>
          <a:p>
            <a:pPr algn="l"/>
            <a:r>
              <a:rPr lang="es-MX" sz="3100" b="1" dirty="0" smtClean="0"/>
              <a:t>Carreras</a:t>
            </a:r>
            <a:r>
              <a:rPr lang="es-MX" sz="3100" b="1" dirty="0"/>
              <a:t>: </a:t>
            </a:r>
            <a:endParaRPr lang="es-MX" sz="3100" b="1" dirty="0" smtClean="0"/>
          </a:p>
          <a:p>
            <a:pPr algn="l"/>
            <a:r>
              <a:rPr lang="es-MX" sz="3100" b="1" dirty="0" smtClean="0"/>
              <a:t>Contador </a:t>
            </a:r>
            <a:r>
              <a:rPr lang="es-MX" sz="3100" b="1" dirty="0"/>
              <a:t>Público </a:t>
            </a:r>
            <a:r>
              <a:rPr lang="es-MX" sz="3100" b="1" dirty="0" smtClean="0"/>
              <a:t>Nacional</a:t>
            </a:r>
          </a:p>
          <a:p>
            <a:pPr algn="l"/>
            <a:r>
              <a:rPr lang="es-MX" sz="3100" b="1" dirty="0" smtClean="0"/>
              <a:t>Licenciatura </a:t>
            </a:r>
            <a:r>
              <a:rPr lang="es-MX" sz="3100" b="1" dirty="0"/>
              <a:t>en </a:t>
            </a:r>
            <a:r>
              <a:rPr lang="es-MX" sz="3100" b="1" dirty="0" smtClean="0"/>
              <a:t>Administración</a:t>
            </a:r>
          </a:p>
          <a:p>
            <a:pPr algn="l"/>
            <a:r>
              <a:rPr lang="es-MX" sz="3100" b="1" dirty="0" smtClean="0"/>
              <a:t>Licenciatura </a:t>
            </a:r>
            <a:r>
              <a:rPr lang="es-MX" sz="3100" b="1" dirty="0"/>
              <a:t>en </a:t>
            </a:r>
            <a:r>
              <a:rPr lang="es-MX" sz="3100" b="1" dirty="0" smtClean="0"/>
              <a:t>Economía</a:t>
            </a:r>
          </a:p>
          <a:p>
            <a:pPr algn="r"/>
            <a:endParaRPr lang="es-MX" b="1" dirty="0"/>
          </a:p>
          <a:p>
            <a:endParaRPr lang="en-US" b="1" dirty="0"/>
          </a:p>
          <a:p>
            <a:endParaRPr lang="en-US" dirty="0"/>
          </a:p>
        </p:txBody>
      </p:sp>
      <p:pic>
        <p:nvPicPr>
          <p:cNvPr id="4" name="image01.jpg"/>
          <p:cNvPicPr/>
          <p:nvPr/>
        </p:nvPicPr>
        <p:blipFill>
          <a:blip r:embed="rId2" cstate="print"/>
          <a:srcRect/>
          <a:stretch>
            <a:fillRect/>
          </a:stretch>
        </p:blipFill>
        <p:spPr bwMode="auto">
          <a:xfrm>
            <a:off x="7993062" y="4644571"/>
            <a:ext cx="2505075" cy="560433"/>
          </a:xfrm>
          <a:prstGeom prst="rect">
            <a:avLst/>
          </a:prstGeom>
          <a:noFill/>
          <a:ln w="9525">
            <a:noFill/>
            <a:miter lim="800000"/>
            <a:headEnd/>
            <a:tailEnd/>
          </a:ln>
        </p:spPr>
      </p:pic>
    </p:spTree>
    <p:extLst>
      <p:ext uri="{BB962C8B-B14F-4D97-AF65-F5344CB8AC3E}">
        <p14:creationId xmlns:p14="http://schemas.microsoft.com/office/powerpoint/2010/main" val="4066029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a:xfrm>
            <a:off x="1828800" y="2032000"/>
            <a:ext cx="8461829" cy="3265714"/>
          </a:xfrm>
        </p:spPr>
        <p:txBody>
          <a:bodyPr>
            <a:normAutofit/>
          </a:bodyPr>
          <a:lstStyle/>
          <a:p>
            <a:pPr>
              <a:lnSpc>
                <a:spcPct val="150000"/>
              </a:lnSpc>
            </a:pPr>
            <a:r>
              <a:rPr lang="es-MX" sz="2000" b="1" dirty="0" smtClean="0"/>
              <a:t>Construcción </a:t>
            </a:r>
            <a:r>
              <a:rPr lang="es-MX" sz="2000" b="1" dirty="0"/>
              <a:t>del marco teórico. </a:t>
            </a:r>
            <a:r>
              <a:rPr lang="es-MX" sz="2000" b="1" dirty="0" smtClean="0"/>
              <a:t/>
            </a:r>
            <a:br>
              <a:rPr lang="es-MX" sz="2000" b="1" dirty="0" smtClean="0"/>
            </a:br>
            <a:r>
              <a:rPr lang="es-MX" sz="2000" b="1" dirty="0" smtClean="0"/>
              <a:t>Explicitación </a:t>
            </a:r>
            <a:r>
              <a:rPr lang="es-MX" sz="2000" b="1" dirty="0"/>
              <a:t>de los supuestos teóricos de la investigación</a:t>
            </a:r>
            <a:br>
              <a:rPr lang="es-MX" sz="2000" b="1" dirty="0"/>
            </a:br>
            <a:r>
              <a:rPr lang="es-MX" sz="2000" b="1" dirty="0"/>
              <a:t>científica y de los diferentes niveles de abstracción: paradigma y teorías.</a:t>
            </a:r>
            <a:br>
              <a:rPr lang="es-MX" sz="2000" b="1" dirty="0"/>
            </a:br>
            <a:endParaRPr lang="en-US" sz="2000" b="1" dirty="0"/>
          </a:p>
        </p:txBody>
      </p:sp>
      <p:sp>
        <p:nvSpPr>
          <p:cNvPr id="7" name="Marcador de texto 6"/>
          <p:cNvSpPr>
            <a:spLocks noGrp="1"/>
          </p:cNvSpPr>
          <p:nvPr>
            <p:ph type="body" idx="1"/>
          </p:nvPr>
        </p:nvSpPr>
        <p:spPr>
          <a:xfrm>
            <a:off x="1563624" y="4470400"/>
            <a:ext cx="9070848" cy="988704"/>
          </a:xfrm>
        </p:spPr>
        <p:txBody>
          <a:bodyPr>
            <a:normAutofit/>
          </a:bodyPr>
          <a:lstStyle/>
          <a:p>
            <a:endParaRPr lang="es-AR" b="1" dirty="0" smtClean="0"/>
          </a:p>
          <a:p>
            <a:r>
              <a:rPr lang="es-AR" b="1" dirty="0" smtClean="0"/>
              <a:t>UNIDAD TEMÁTICA II: </a:t>
            </a:r>
            <a:r>
              <a:rPr lang="es-AR" b="1" dirty="0"/>
              <a:t>Fase de diseño de la investigación (I). Del tema al marco teórico. </a:t>
            </a:r>
            <a:endParaRPr lang="es-AR" b="1" dirty="0" smtClean="0"/>
          </a:p>
          <a:p>
            <a:endParaRPr lang="en-US" dirty="0"/>
          </a:p>
          <a:p>
            <a:endParaRPr lang="en-US" b="1" dirty="0"/>
          </a:p>
        </p:txBody>
      </p:sp>
    </p:spTree>
    <p:extLst>
      <p:ext uri="{BB962C8B-B14F-4D97-AF65-F5344CB8AC3E}">
        <p14:creationId xmlns:p14="http://schemas.microsoft.com/office/powerpoint/2010/main" val="33468724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CuadroTexto"/>
          <p:cNvSpPr txBox="1"/>
          <p:nvPr/>
        </p:nvSpPr>
        <p:spPr>
          <a:xfrm>
            <a:off x="5596305" y="4572000"/>
            <a:ext cx="1642696" cy="1200150"/>
          </a:xfrm>
          <a:prstGeom prst="rect">
            <a:avLst/>
          </a:prstGeom>
          <a:solidFill>
            <a:schemeClr val="accent5"/>
          </a:solidFill>
        </p:spPr>
        <p:txBody>
          <a:bodyPr>
            <a:spAutoFit/>
          </a:bodyPr>
          <a:lstStyle/>
          <a:p>
            <a:pPr algn="ctr">
              <a:defRPr/>
            </a:pPr>
            <a:r>
              <a:rPr lang="es-MX" sz="2400" dirty="0">
                <a:solidFill>
                  <a:schemeClr val="bg1"/>
                </a:solidFill>
              </a:rPr>
              <a:t>Trabajo de campo y análisis</a:t>
            </a:r>
            <a:endParaRPr lang="es-ES" sz="2400" dirty="0">
              <a:solidFill>
                <a:schemeClr val="bg1"/>
              </a:solidFill>
            </a:endParaRPr>
          </a:p>
        </p:txBody>
      </p:sp>
      <p:sp>
        <p:nvSpPr>
          <p:cNvPr id="19459" name="13 CuadroTexto"/>
          <p:cNvSpPr txBox="1">
            <a:spLocks noChangeArrowheads="1"/>
          </p:cNvSpPr>
          <p:nvPr/>
        </p:nvSpPr>
        <p:spPr bwMode="auto">
          <a:xfrm>
            <a:off x="4373441" y="371026"/>
            <a:ext cx="2215662" cy="830263"/>
          </a:xfrm>
          <a:prstGeom prst="rect">
            <a:avLst/>
          </a:prstGeom>
          <a:solidFill>
            <a:srgbClr val="00B0F0"/>
          </a:solidFill>
          <a:ln w="9525">
            <a:noFill/>
            <a:miter lim="800000"/>
            <a:headEnd/>
            <a:tailEnd/>
          </a:ln>
        </p:spPr>
        <p:txBody>
          <a:bodyPr>
            <a:spAutoFit/>
          </a:bodyPr>
          <a:lstStyle/>
          <a:p>
            <a:pPr algn="ctr"/>
            <a:r>
              <a:rPr lang="es-ES" sz="2400">
                <a:solidFill>
                  <a:schemeClr val="bg1"/>
                </a:solidFill>
              </a:rPr>
              <a:t>Planteamiento del problema</a:t>
            </a:r>
          </a:p>
        </p:txBody>
      </p:sp>
      <p:sp>
        <p:nvSpPr>
          <p:cNvPr id="9" name="8 CuadroTexto"/>
          <p:cNvSpPr txBox="1"/>
          <p:nvPr/>
        </p:nvSpPr>
        <p:spPr>
          <a:xfrm>
            <a:off x="1809751" y="428627"/>
            <a:ext cx="1356946" cy="830263"/>
          </a:xfrm>
          <a:prstGeom prst="rect">
            <a:avLst/>
          </a:prstGeom>
          <a:solidFill>
            <a:schemeClr val="accent4"/>
          </a:solidFill>
        </p:spPr>
        <p:txBody>
          <a:bodyPr>
            <a:spAutoFit/>
          </a:bodyPr>
          <a:lstStyle/>
          <a:p>
            <a:pPr algn="ctr">
              <a:defRPr/>
            </a:pPr>
            <a:r>
              <a:rPr lang="es-MX" sz="2400" dirty="0">
                <a:solidFill>
                  <a:schemeClr val="bg1"/>
                </a:solidFill>
              </a:rPr>
              <a:t>Idea</a:t>
            </a:r>
          </a:p>
          <a:p>
            <a:pPr algn="ctr">
              <a:defRPr/>
            </a:pPr>
            <a:r>
              <a:rPr lang="es-MX" sz="2400" dirty="0">
                <a:solidFill>
                  <a:schemeClr val="bg1"/>
                </a:solidFill>
              </a:rPr>
              <a:t>Tema</a:t>
            </a:r>
            <a:endParaRPr lang="es-ES" sz="2400" dirty="0">
              <a:solidFill>
                <a:schemeClr val="bg1"/>
              </a:solidFill>
            </a:endParaRPr>
          </a:p>
        </p:txBody>
      </p:sp>
      <p:pic>
        <p:nvPicPr>
          <p:cNvPr id="19463" name="Picture 2" descr="Resultado de imagen para procesos"/>
          <p:cNvPicPr>
            <a:picLocks noChangeAspect="1" noChangeArrowheads="1"/>
          </p:cNvPicPr>
          <p:nvPr/>
        </p:nvPicPr>
        <p:blipFill>
          <a:blip r:embed="rId3" cstate="print"/>
          <a:srcRect/>
          <a:stretch>
            <a:fillRect/>
          </a:stretch>
        </p:blipFill>
        <p:spPr bwMode="auto">
          <a:xfrm>
            <a:off x="2509164" y="214313"/>
            <a:ext cx="3223980" cy="2990850"/>
          </a:xfrm>
          <a:prstGeom prst="rect">
            <a:avLst/>
          </a:prstGeom>
          <a:noFill/>
          <a:ln w="9525">
            <a:noFill/>
            <a:miter lim="800000"/>
            <a:headEnd/>
            <a:tailEnd/>
          </a:ln>
        </p:spPr>
      </p:pic>
      <p:pic>
        <p:nvPicPr>
          <p:cNvPr id="19464" name="Picture 2" descr="Resultado de imagen para procesos"/>
          <p:cNvPicPr>
            <a:picLocks noChangeAspect="1" noChangeArrowheads="1"/>
          </p:cNvPicPr>
          <p:nvPr/>
        </p:nvPicPr>
        <p:blipFill>
          <a:blip r:embed="rId4" cstate="print"/>
          <a:srcRect/>
          <a:stretch>
            <a:fillRect/>
          </a:stretch>
        </p:blipFill>
        <p:spPr bwMode="auto">
          <a:xfrm>
            <a:off x="5380893" y="1285875"/>
            <a:ext cx="3344008" cy="2990850"/>
          </a:xfrm>
          <a:prstGeom prst="rect">
            <a:avLst/>
          </a:prstGeom>
          <a:noFill/>
          <a:ln w="9525">
            <a:noFill/>
            <a:miter lim="800000"/>
            <a:headEnd/>
            <a:tailEnd/>
          </a:ln>
        </p:spPr>
      </p:pic>
      <p:pic>
        <p:nvPicPr>
          <p:cNvPr id="19465" name="Picture 2" descr="Resultado de imagen para procesos"/>
          <p:cNvPicPr>
            <a:picLocks noChangeAspect="1" noChangeArrowheads="1"/>
          </p:cNvPicPr>
          <p:nvPr/>
        </p:nvPicPr>
        <p:blipFill>
          <a:blip r:embed="rId3" cstate="print"/>
          <a:srcRect/>
          <a:stretch>
            <a:fillRect/>
          </a:stretch>
        </p:blipFill>
        <p:spPr bwMode="auto">
          <a:xfrm>
            <a:off x="6881446" y="3357563"/>
            <a:ext cx="3344008" cy="2990850"/>
          </a:xfrm>
          <a:prstGeom prst="rect">
            <a:avLst/>
          </a:prstGeom>
          <a:noFill/>
          <a:ln w="9525">
            <a:noFill/>
            <a:miter lim="800000"/>
            <a:headEnd/>
            <a:tailEnd/>
          </a:ln>
        </p:spPr>
      </p:pic>
      <p:sp>
        <p:nvSpPr>
          <p:cNvPr id="19467" name="15 CuadroTexto"/>
          <p:cNvSpPr txBox="1">
            <a:spLocks noChangeArrowheads="1"/>
          </p:cNvSpPr>
          <p:nvPr/>
        </p:nvSpPr>
        <p:spPr bwMode="auto">
          <a:xfrm>
            <a:off x="4237892" y="2786063"/>
            <a:ext cx="2171547" cy="830262"/>
          </a:xfrm>
          <a:prstGeom prst="rect">
            <a:avLst/>
          </a:prstGeom>
          <a:solidFill>
            <a:srgbClr val="00B050"/>
          </a:solidFill>
          <a:ln w="9525">
            <a:noFill/>
            <a:miter lim="800000"/>
            <a:headEnd/>
            <a:tailEnd/>
          </a:ln>
        </p:spPr>
        <p:txBody>
          <a:bodyPr wrap="square">
            <a:spAutoFit/>
          </a:bodyPr>
          <a:lstStyle/>
          <a:p>
            <a:pPr algn="ctr"/>
            <a:r>
              <a:rPr lang="es-MX" sz="2400" dirty="0">
                <a:solidFill>
                  <a:schemeClr val="bg1"/>
                </a:solidFill>
              </a:rPr>
              <a:t>Marco </a:t>
            </a:r>
          </a:p>
          <a:p>
            <a:pPr algn="ctr"/>
            <a:r>
              <a:rPr lang="es-MX" sz="2400" dirty="0">
                <a:solidFill>
                  <a:schemeClr val="bg1"/>
                </a:solidFill>
              </a:rPr>
              <a:t>teórico</a:t>
            </a:r>
            <a:endParaRPr lang="es-ES" sz="2400" dirty="0">
              <a:solidFill>
                <a:schemeClr val="bg1"/>
              </a:solidFill>
            </a:endParaRPr>
          </a:p>
        </p:txBody>
      </p:sp>
      <p:sp>
        <p:nvSpPr>
          <p:cNvPr id="19468" name="16 CuadroTexto"/>
          <p:cNvSpPr txBox="1">
            <a:spLocks noChangeArrowheads="1"/>
          </p:cNvSpPr>
          <p:nvPr/>
        </p:nvSpPr>
        <p:spPr bwMode="auto">
          <a:xfrm>
            <a:off x="7479323" y="879475"/>
            <a:ext cx="2148254" cy="830263"/>
          </a:xfrm>
          <a:prstGeom prst="rect">
            <a:avLst/>
          </a:prstGeom>
          <a:solidFill>
            <a:srgbClr val="FF0000"/>
          </a:solidFill>
          <a:ln w="9525">
            <a:noFill/>
            <a:miter lim="800000"/>
            <a:headEnd/>
            <a:tailEnd/>
          </a:ln>
        </p:spPr>
        <p:txBody>
          <a:bodyPr>
            <a:spAutoFit/>
          </a:bodyPr>
          <a:lstStyle/>
          <a:p>
            <a:pPr algn="ctr"/>
            <a:r>
              <a:rPr lang="es-MX" sz="2400" dirty="0">
                <a:solidFill>
                  <a:schemeClr val="bg1"/>
                </a:solidFill>
              </a:rPr>
              <a:t>Diseño metodológico</a:t>
            </a:r>
            <a:endParaRPr lang="es-ES" sz="2400" dirty="0">
              <a:solidFill>
                <a:schemeClr val="bg1"/>
              </a:solidFill>
            </a:endParaRPr>
          </a:p>
        </p:txBody>
      </p:sp>
      <p:sp>
        <p:nvSpPr>
          <p:cNvPr id="19469" name="18 CuadroTexto"/>
          <p:cNvSpPr txBox="1">
            <a:spLocks noChangeArrowheads="1"/>
          </p:cNvSpPr>
          <p:nvPr/>
        </p:nvSpPr>
        <p:spPr bwMode="auto">
          <a:xfrm>
            <a:off x="899958" y="4480379"/>
            <a:ext cx="3788019" cy="1569660"/>
          </a:xfrm>
          <a:prstGeom prst="rect">
            <a:avLst/>
          </a:prstGeom>
          <a:solidFill>
            <a:schemeClr val="tx2"/>
          </a:solidFill>
          <a:ln w="9525">
            <a:noFill/>
            <a:miter lim="800000"/>
            <a:headEnd/>
            <a:tailEnd/>
          </a:ln>
        </p:spPr>
        <p:txBody>
          <a:bodyPr>
            <a:spAutoFit/>
          </a:bodyPr>
          <a:lstStyle/>
          <a:p>
            <a:pPr algn="ctr"/>
            <a:r>
              <a:rPr lang="es-ES" sz="3200" dirty="0">
                <a:solidFill>
                  <a:schemeClr val="bg1"/>
                </a:solidFill>
              </a:rPr>
              <a:t>METODOLOGÍA DE LA INVESTIGACIÓN</a:t>
            </a:r>
          </a:p>
        </p:txBody>
      </p:sp>
      <p:sp>
        <p:nvSpPr>
          <p:cNvPr id="2" name="CuadroTexto 1"/>
          <p:cNvSpPr txBox="1"/>
          <p:nvPr/>
        </p:nvSpPr>
        <p:spPr>
          <a:xfrm>
            <a:off x="3880340" y="371027"/>
            <a:ext cx="3137945" cy="3504288"/>
          </a:xfrm>
          <a:prstGeom prst="rect">
            <a:avLst/>
          </a:prstGeom>
          <a:noFill/>
          <a:ln w="57150">
            <a:solidFill>
              <a:srgbClr val="C00000"/>
            </a:solidFill>
          </a:ln>
        </p:spPr>
        <p:txBody>
          <a:bodyPr wrap="square" rtlCol="0">
            <a:spAutoFit/>
          </a:bodyPr>
          <a:lstStyle/>
          <a:p>
            <a:endParaRPr lang="en-US"/>
          </a:p>
        </p:txBody>
      </p:sp>
    </p:spTree>
    <p:extLst>
      <p:ext uri="{BB962C8B-B14F-4D97-AF65-F5344CB8AC3E}">
        <p14:creationId xmlns:p14="http://schemas.microsoft.com/office/powerpoint/2010/main" val="31856569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9296400" y="409434"/>
            <a:ext cx="2430780" cy="1392070"/>
          </a:xfrm>
        </p:spPr>
        <p:txBody>
          <a:bodyPr>
            <a:normAutofit/>
          </a:bodyPr>
          <a:lstStyle/>
          <a:p>
            <a:r>
              <a:rPr lang="en-US" sz="2400" b="1" dirty="0"/>
              <a:t>Piero </a:t>
            </a:r>
            <a:r>
              <a:rPr lang="en-US" sz="2400" b="1" dirty="0" err="1"/>
              <a:t>della</a:t>
            </a:r>
            <a:r>
              <a:rPr lang="en-US" sz="2400" b="1" dirty="0"/>
              <a:t> </a:t>
            </a:r>
            <a:r>
              <a:rPr lang="en-US" sz="2400" b="1" dirty="0" smtClean="0"/>
              <a:t>Francesca (1455)</a:t>
            </a:r>
            <a:br>
              <a:rPr lang="en-US" sz="2400" b="1" dirty="0" smtClean="0"/>
            </a:br>
            <a:r>
              <a:rPr lang="en-US" sz="2400" b="1" i="1" dirty="0" err="1" smtClean="0"/>
              <a:t>Anunciación</a:t>
            </a:r>
            <a:endParaRPr lang="en-US" sz="2400" b="1" i="1" dirty="0"/>
          </a:p>
        </p:txBody>
      </p:sp>
      <p:pic>
        <p:nvPicPr>
          <p:cNvPr id="12" name="Marcador de contenido 11"/>
          <p:cNvPicPr>
            <a:picLocks noGrp="1" noChangeAspect="1"/>
          </p:cNvPicPr>
          <p:nvPr>
            <p:ph idx="1"/>
          </p:nvPr>
        </p:nvPicPr>
        <p:blipFill>
          <a:blip r:embed="rId3"/>
          <a:stretch>
            <a:fillRect/>
          </a:stretch>
        </p:blipFill>
        <p:spPr>
          <a:xfrm>
            <a:off x="1335314" y="230021"/>
            <a:ext cx="7010400" cy="5459579"/>
          </a:xfrm>
          <a:prstGeom prst="rect">
            <a:avLst/>
          </a:prstGeom>
        </p:spPr>
        <p:style>
          <a:lnRef idx="2">
            <a:schemeClr val="dk1"/>
          </a:lnRef>
          <a:fillRef idx="1">
            <a:schemeClr val="lt1"/>
          </a:fillRef>
          <a:effectRef idx="0">
            <a:schemeClr val="dk1"/>
          </a:effectRef>
          <a:fontRef idx="minor">
            <a:schemeClr val="dk1"/>
          </a:fontRef>
        </p:style>
      </p:pic>
      <p:sp>
        <p:nvSpPr>
          <p:cNvPr id="14" name="Marcador de texto 13"/>
          <p:cNvSpPr>
            <a:spLocks noGrp="1"/>
          </p:cNvSpPr>
          <p:nvPr>
            <p:ph type="body" sz="half" idx="2"/>
          </p:nvPr>
        </p:nvSpPr>
        <p:spPr>
          <a:xfrm>
            <a:off x="9296400" y="1801503"/>
            <a:ext cx="2430780" cy="4678975"/>
          </a:xfrm>
        </p:spPr>
        <p:txBody>
          <a:bodyPr>
            <a:noAutofit/>
          </a:bodyPr>
          <a:lstStyle/>
          <a:p>
            <a:endParaRPr lang="es-AR" sz="1600" b="1" dirty="0" smtClean="0"/>
          </a:p>
          <a:p>
            <a:r>
              <a:rPr lang="es-AR" sz="1600" b="1" dirty="0" smtClean="0"/>
              <a:t>“… si todo el conocimiento cristiano se perdiera, una persona bien podría suponer que ambas figuras, el Arcángel Gabriel y María, están dirigiendo una suerte de devota atención a la columna …”</a:t>
            </a:r>
          </a:p>
          <a:p>
            <a:r>
              <a:rPr lang="es-AR" sz="1600" b="1" dirty="0" smtClean="0"/>
              <a:t> </a:t>
            </a:r>
          </a:p>
          <a:p>
            <a:pPr algn="r"/>
            <a:r>
              <a:rPr lang="es-AR" sz="1200" dirty="0" err="1" smtClean="0"/>
              <a:t>Baxandall</a:t>
            </a:r>
            <a:r>
              <a:rPr lang="es-AR" sz="1200" dirty="0" smtClean="0"/>
              <a:t>, M., 2000, </a:t>
            </a:r>
            <a:r>
              <a:rPr lang="es-AR" sz="1200" i="1" dirty="0" smtClean="0"/>
              <a:t>Pintura y vida cotidiana en el renacimiento. </a:t>
            </a:r>
            <a:r>
              <a:rPr lang="es-AR" sz="1200" dirty="0" smtClean="0"/>
              <a:t>Barcelona, Editorial GG, p.55</a:t>
            </a:r>
            <a:endParaRPr lang="en-US" sz="1200" dirty="0"/>
          </a:p>
        </p:txBody>
      </p:sp>
      <p:sp>
        <p:nvSpPr>
          <p:cNvPr id="2" name="CuadroTexto 1"/>
          <p:cNvSpPr txBox="1"/>
          <p:nvPr/>
        </p:nvSpPr>
        <p:spPr>
          <a:xfrm>
            <a:off x="1335314" y="5834147"/>
            <a:ext cx="7010400" cy="646331"/>
          </a:xfrm>
          <a:prstGeom prst="rect">
            <a:avLst/>
          </a:prstGeom>
          <a:ln/>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AR" b="1" dirty="0" smtClean="0"/>
              <a:t>¿Cuántos supuestos teóricos que nos atraviesan, que constituyen  y determinan nuestro modo de mirar, permanecen invisibles?</a:t>
            </a:r>
            <a:endParaRPr lang="en-US" b="1" dirty="0"/>
          </a:p>
        </p:txBody>
      </p:sp>
    </p:spTree>
    <p:extLst>
      <p:ext uri="{BB962C8B-B14F-4D97-AF65-F5344CB8AC3E}">
        <p14:creationId xmlns:p14="http://schemas.microsoft.com/office/powerpoint/2010/main" val="33674736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rtlCol="0">
            <a:normAutofit fontScale="90000"/>
          </a:bodyPr>
          <a:lstStyle/>
          <a:p>
            <a:pPr algn="ctr" defTabSz="457207">
              <a:defRPr/>
            </a:pPr>
            <a:r>
              <a:rPr lang="es-AR" dirty="0">
                <a:solidFill>
                  <a:schemeClr val="tx2">
                    <a:satMod val="200000"/>
                  </a:schemeClr>
                </a:solidFill>
              </a:rPr>
              <a:t>El idioma analítico de John </a:t>
            </a:r>
            <a:r>
              <a:rPr lang="es-AR" dirty="0" err="1" smtClean="0">
                <a:solidFill>
                  <a:schemeClr val="tx2">
                    <a:satMod val="200000"/>
                  </a:schemeClr>
                </a:solidFill>
              </a:rPr>
              <a:t>Wilkin</a:t>
            </a:r>
            <a:r>
              <a:rPr lang="es-AR" dirty="0" smtClean="0">
                <a:solidFill>
                  <a:schemeClr val="tx2">
                    <a:satMod val="200000"/>
                  </a:schemeClr>
                </a:solidFill>
              </a:rPr>
              <a:t/>
            </a:r>
            <a:br>
              <a:rPr lang="es-AR" dirty="0" smtClean="0">
                <a:solidFill>
                  <a:schemeClr val="tx2">
                    <a:satMod val="200000"/>
                  </a:schemeClr>
                </a:solidFill>
              </a:rPr>
            </a:br>
            <a:r>
              <a:rPr lang="es-AR" dirty="0" smtClean="0">
                <a:solidFill>
                  <a:schemeClr val="tx2">
                    <a:satMod val="200000"/>
                  </a:schemeClr>
                </a:solidFill>
              </a:rPr>
              <a:t>Jorge </a:t>
            </a:r>
            <a:r>
              <a:rPr lang="es-AR" dirty="0">
                <a:solidFill>
                  <a:schemeClr val="tx2">
                    <a:satMod val="200000"/>
                  </a:schemeClr>
                </a:solidFill>
              </a:rPr>
              <a:t>Luis Borges</a:t>
            </a:r>
            <a:endParaRPr lang="es-ES" dirty="0">
              <a:solidFill>
                <a:schemeClr val="tx2">
                  <a:satMod val="200000"/>
                </a:schemeClr>
              </a:solidFill>
            </a:endParaRPr>
          </a:p>
        </p:txBody>
      </p:sp>
      <p:sp>
        <p:nvSpPr>
          <p:cNvPr id="9219" name="Rectangle 3"/>
          <p:cNvSpPr>
            <a:spLocks noGrp="1"/>
          </p:cNvSpPr>
          <p:nvPr>
            <p:ph idx="1"/>
          </p:nvPr>
        </p:nvSpPr>
        <p:spPr>
          <a:xfrm>
            <a:off x="1872343" y="2119086"/>
            <a:ext cx="8723086" cy="4118201"/>
          </a:xfrm>
          <a:solidFill>
            <a:schemeClr val="accent1">
              <a:lumMod val="60000"/>
              <a:lumOff val="40000"/>
            </a:schemeClr>
          </a:solidFill>
          <a:ln>
            <a:solidFill>
              <a:srgbClr val="00B0F0"/>
            </a:solidFill>
          </a:ln>
        </p:spPr>
        <p:txBody>
          <a:bodyPr rtlCol="0">
            <a:normAutofit/>
          </a:bodyPr>
          <a:lstStyle/>
          <a:p>
            <a:pPr marL="0" indent="0" algn="just" defTabSz="457207">
              <a:lnSpc>
                <a:spcPct val="90000"/>
              </a:lnSpc>
              <a:buClr>
                <a:schemeClr val="bg2">
                  <a:lumMod val="40000"/>
                  <a:lumOff val="60000"/>
                </a:schemeClr>
              </a:buClr>
              <a:buNone/>
              <a:defRPr/>
            </a:pPr>
            <a:r>
              <a:rPr lang="es-AR" altLang="es-ES" sz="2700" b="1" dirty="0"/>
              <a:t>“ … cierta enciclopedia china que se titula </a:t>
            </a:r>
            <a:r>
              <a:rPr lang="es-AR" altLang="es-ES" sz="2700" b="1" i="1" dirty="0"/>
              <a:t>Emporio celestial de conocimientos benévolos</a:t>
            </a:r>
            <a:r>
              <a:rPr lang="es-AR" altLang="es-ES" sz="2700" b="1" dirty="0"/>
              <a:t>. En sus remotas páginas está escrito que los animales se dividen en (a) pertenecientes al Emperador, (b) embalsamados, (c) amaestrados, (d) lechones, (e) sirenas, (f) fabulosos, (g) perros sueltos, (h) incluidos en esta clasificación, (i) que se agitan como locos, (j) innumerables, (k) dibujados con un pincel finísimo de pelo de camello, (l) etcétera, (m) que acaban de romper el jarrón, (n) que de lejos parecen moscas.” (p.142)</a:t>
            </a:r>
            <a:endParaRPr lang="es-ES" altLang="es-ES" sz="2700" b="1" dirty="0"/>
          </a:p>
        </p:txBody>
      </p:sp>
    </p:spTree>
    <p:extLst>
      <p:ext uri="{BB962C8B-B14F-4D97-AF65-F5344CB8AC3E}">
        <p14:creationId xmlns:p14="http://schemas.microsoft.com/office/powerpoint/2010/main" val="563559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Título"/>
          <p:cNvSpPr>
            <a:spLocks noGrp="1"/>
          </p:cNvSpPr>
          <p:nvPr>
            <p:ph type="title"/>
          </p:nvPr>
        </p:nvSpPr>
        <p:spPr>
          <a:xfrm>
            <a:off x="1919288" y="274638"/>
            <a:ext cx="7416800" cy="850900"/>
          </a:xfrm>
          <a:ln w="38100"/>
        </p:spPr>
        <p:txBody>
          <a:bodyPr rtlCol="0">
            <a:noAutofit/>
          </a:bodyPr>
          <a:lstStyle/>
          <a:p>
            <a:pPr defTabSz="457207">
              <a:defRPr/>
            </a:pPr>
            <a:r>
              <a:rPr lang="es-AR" sz="2800" b="1" dirty="0">
                <a:solidFill>
                  <a:schemeClr val="tx2">
                    <a:satMod val="200000"/>
                  </a:schemeClr>
                </a:solidFill>
              </a:rPr>
              <a:t>¿Qué es lo que falta en estas clasificaciones?</a:t>
            </a:r>
          </a:p>
        </p:txBody>
      </p:sp>
      <p:sp>
        <p:nvSpPr>
          <p:cNvPr id="8195" name="2 Marcador de contenido"/>
          <p:cNvSpPr>
            <a:spLocks noGrp="1"/>
          </p:cNvSpPr>
          <p:nvPr>
            <p:ph idx="1"/>
          </p:nvPr>
        </p:nvSpPr>
        <p:spPr>
          <a:xfrm>
            <a:off x="1631949" y="1248230"/>
            <a:ext cx="9587593" cy="4702628"/>
          </a:xfrm>
          <a:solidFill>
            <a:schemeClr val="accent1">
              <a:lumMod val="40000"/>
              <a:lumOff val="60000"/>
            </a:schemeClr>
          </a:solidFill>
        </p:spPr>
        <p:txBody>
          <a:bodyPr rtlCol="0">
            <a:normAutofit fontScale="62500" lnSpcReduction="20000"/>
          </a:bodyPr>
          <a:lstStyle/>
          <a:p>
            <a:pPr marL="525774" indent="-457200" algn="just" defTabSz="457207">
              <a:buClr>
                <a:schemeClr val="bg2">
                  <a:lumMod val="40000"/>
                  <a:lumOff val="60000"/>
                </a:schemeClr>
              </a:buClr>
              <a:defRPr/>
            </a:pPr>
            <a:r>
              <a:rPr lang="es-AR" sz="2800" b="1" dirty="0"/>
              <a:t>Marginales; sedimentarias de </a:t>
            </a:r>
            <a:r>
              <a:rPr lang="es-AR" sz="2800" b="1" dirty="0" err="1"/>
              <a:t>antepaís</a:t>
            </a:r>
            <a:r>
              <a:rPr lang="es-AR" sz="2800" b="1" dirty="0"/>
              <a:t>; extensivas; de </a:t>
            </a:r>
            <a:r>
              <a:rPr lang="es-AR" sz="2800" b="1" dirty="0" err="1"/>
              <a:t>pull-apart</a:t>
            </a:r>
            <a:r>
              <a:rPr lang="es-AR" sz="2800" b="1" dirty="0"/>
              <a:t>; </a:t>
            </a:r>
            <a:r>
              <a:rPr lang="es-AR" sz="2800" b="1" dirty="0" err="1"/>
              <a:t>carbonadatas</a:t>
            </a:r>
            <a:r>
              <a:rPr lang="es-AR" sz="2800" b="1" dirty="0"/>
              <a:t>; </a:t>
            </a:r>
            <a:r>
              <a:rPr lang="es-AR" sz="2800" b="1" dirty="0" err="1"/>
              <a:t>intraplaca</a:t>
            </a:r>
            <a:r>
              <a:rPr lang="es-AR" sz="2800" b="1" dirty="0"/>
              <a:t> (…)</a:t>
            </a:r>
          </a:p>
          <a:p>
            <a:pPr marL="525774" indent="-457200" algn="just" defTabSz="457207">
              <a:buClr>
                <a:schemeClr val="bg2">
                  <a:lumMod val="40000"/>
                  <a:lumOff val="60000"/>
                </a:schemeClr>
              </a:buClr>
              <a:defRPr/>
            </a:pPr>
            <a:endParaRPr lang="es-AR" sz="2800" b="1" dirty="0"/>
          </a:p>
          <a:p>
            <a:pPr marL="525774" indent="-457200" algn="just" defTabSz="457207">
              <a:buClr>
                <a:schemeClr val="bg2">
                  <a:lumMod val="40000"/>
                  <a:lumOff val="60000"/>
                </a:schemeClr>
              </a:buClr>
              <a:defRPr/>
            </a:pPr>
            <a:r>
              <a:rPr lang="es-AR" sz="2800" b="1" dirty="0"/>
              <a:t>Bárbara; Celarent; Darii; Ferio; Cesare; Camestres; Festino; Baroco; </a:t>
            </a:r>
            <a:r>
              <a:rPr lang="es-AR" sz="2800" b="1" dirty="0" err="1"/>
              <a:t>Darapti</a:t>
            </a:r>
            <a:r>
              <a:rPr lang="es-AR" sz="2800" b="1" dirty="0"/>
              <a:t>; Felapton; Disamis; Datisi; Bocardo; Ferison; Bamalip; Calemes; Dimatis; Fesapo; </a:t>
            </a:r>
            <a:r>
              <a:rPr lang="es-AR" sz="2800" b="1" dirty="0" err="1"/>
              <a:t>Fresiso</a:t>
            </a:r>
            <a:endParaRPr lang="es-AR" sz="2800" b="1" dirty="0"/>
          </a:p>
          <a:p>
            <a:pPr marL="525774" indent="-457200" algn="just" defTabSz="457207">
              <a:buClr>
                <a:schemeClr val="bg2">
                  <a:lumMod val="40000"/>
                  <a:lumOff val="60000"/>
                </a:schemeClr>
              </a:buClr>
              <a:defRPr/>
            </a:pPr>
            <a:endParaRPr lang="es-AR" sz="2800" b="1" dirty="0"/>
          </a:p>
          <a:p>
            <a:pPr marL="525774" indent="-457200" algn="just" defTabSz="457207">
              <a:buClr>
                <a:schemeClr val="bg2">
                  <a:lumMod val="40000"/>
                  <a:lumOff val="60000"/>
                </a:schemeClr>
              </a:buClr>
              <a:defRPr/>
            </a:pPr>
            <a:r>
              <a:rPr lang="es-AR" sz="2800" b="1" dirty="0"/>
              <a:t>Reales; imaginarios; racionales; irracionales; enteros; fraccionarios; naturales; entero negativo; exacto; periódico.</a:t>
            </a:r>
          </a:p>
          <a:p>
            <a:pPr marL="525774" indent="-457200" algn="just" defTabSz="457207">
              <a:buClr>
                <a:schemeClr val="bg2">
                  <a:lumMod val="40000"/>
                  <a:lumOff val="60000"/>
                </a:schemeClr>
              </a:buClr>
              <a:defRPr/>
            </a:pPr>
            <a:endParaRPr lang="es-AR" sz="2800" b="1" dirty="0"/>
          </a:p>
          <a:p>
            <a:pPr marL="525774" indent="-457200" algn="just" defTabSz="457207">
              <a:buClr>
                <a:schemeClr val="bg2">
                  <a:lumMod val="40000"/>
                  <a:lumOff val="60000"/>
                </a:schemeClr>
              </a:buClr>
              <a:defRPr/>
            </a:pPr>
            <a:r>
              <a:rPr lang="es-AR" sz="2800" b="1" dirty="0"/>
              <a:t>Antigua, Media, Moderna, Contemporánea.</a:t>
            </a:r>
          </a:p>
          <a:p>
            <a:pPr marL="525774" indent="-457200" algn="just" defTabSz="457207">
              <a:buClr>
                <a:schemeClr val="bg2">
                  <a:lumMod val="40000"/>
                  <a:lumOff val="60000"/>
                </a:schemeClr>
              </a:buClr>
              <a:defRPr/>
            </a:pPr>
            <a:endParaRPr lang="es-AR" sz="2800" b="1" dirty="0"/>
          </a:p>
          <a:p>
            <a:pPr marL="525774" indent="-457200" algn="just" defTabSz="457207">
              <a:buClr>
                <a:schemeClr val="bg2">
                  <a:lumMod val="40000"/>
                  <a:lumOff val="60000"/>
                </a:schemeClr>
              </a:buClr>
              <a:defRPr/>
            </a:pPr>
            <a:r>
              <a:rPr lang="es-AR" sz="2800" b="1" dirty="0"/>
              <a:t>Interacción gravitatoria; masa; interacción astronómica.</a:t>
            </a:r>
          </a:p>
          <a:p>
            <a:pPr marL="525774" indent="-457200" algn="just" defTabSz="457207">
              <a:buClr>
                <a:schemeClr val="bg2">
                  <a:lumMod val="40000"/>
                  <a:lumOff val="60000"/>
                </a:schemeClr>
              </a:buClr>
              <a:defRPr/>
            </a:pPr>
            <a:endParaRPr lang="es-AR" sz="2800" b="1" dirty="0"/>
          </a:p>
          <a:p>
            <a:pPr marL="525774" indent="-457200" algn="just" defTabSz="457207">
              <a:buClr>
                <a:schemeClr val="bg2">
                  <a:lumMod val="40000"/>
                  <a:lumOff val="60000"/>
                </a:schemeClr>
              </a:buClr>
              <a:defRPr/>
            </a:pPr>
            <a:r>
              <a:rPr lang="es-AR" sz="2800" b="1" dirty="0"/>
              <a:t>Hidrógeno; helio; litio; berilio; boro; carbono; nitrógeno; oxígeno; </a:t>
            </a:r>
            <a:r>
              <a:rPr lang="es-AR" sz="2800" b="1" dirty="0" err="1"/>
              <a:t>fluor</a:t>
            </a:r>
            <a:r>
              <a:rPr lang="es-AR" sz="2800" b="1" dirty="0"/>
              <a:t>; neón; sodio; magnesio; aluminio (…)</a:t>
            </a:r>
          </a:p>
        </p:txBody>
      </p:sp>
    </p:spTree>
    <p:extLst>
      <p:ext uri="{BB962C8B-B14F-4D97-AF65-F5344CB8AC3E}">
        <p14:creationId xmlns:p14="http://schemas.microsoft.com/office/powerpoint/2010/main" val="233777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53144" y="642594"/>
            <a:ext cx="4749120" cy="881255"/>
          </a:xfrm>
        </p:spPr>
        <p:txBody>
          <a:bodyPr>
            <a:noAutofit/>
          </a:bodyPr>
          <a:lstStyle/>
          <a:p>
            <a:r>
              <a:rPr lang="es-AR" sz="3600" b="1" dirty="0" smtClean="0"/>
              <a:t>Los supuestos teóricos de la investigación:</a:t>
            </a:r>
            <a:endParaRPr lang="en-US" sz="3600" b="1" dirty="0"/>
          </a:p>
        </p:txBody>
      </p:sp>
      <p:sp>
        <p:nvSpPr>
          <p:cNvPr id="5" name="Marcador de texto 4"/>
          <p:cNvSpPr>
            <a:spLocks noGrp="1"/>
          </p:cNvSpPr>
          <p:nvPr>
            <p:ph type="body" sz="half" idx="4294967295"/>
          </p:nvPr>
        </p:nvSpPr>
        <p:spPr>
          <a:xfrm>
            <a:off x="827314" y="1765300"/>
            <a:ext cx="5327424" cy="4730750"/>
          </a:xfrm>
        </p:spPr>
        <p:txBody>
          <a:bodyPr>
            <a:noAutofit/>
          </a:bodyPr>
          <a:lstStyle/>
          <a:p>
            <a:pPr marL="0" indent="0">
              <a:buNone/>
            </a:pPr>
            <a:r>
              <a:rPr lang="es-AR" sz="3200" dirty="0" smtClean="0"/>
              <a:t>Concepciones acerca de: </a:t>
            </a:r>
          </a:p>
          <a:p>
            <a:pPr marL="285750" indent="-285750">
              <a:buFont typeface="Wingdings" panose="05000000000000000000" pitchFamily="2" charset="2"/>
              <a:buChar char="q"/>
            </a:pPr>
            <a:r>
              <a:rPr lang="es-AR" sz="3200" dirty="0" smtClean="0"/>
              <a:t>La realidad</a:t>
            </a:r>
          </a:p>
          <a:p>
            <a:pPr marL="285750" indent="-285750">
              <a:buFont typeface="Wingdings" panose="05000000000000000000" pitchFamily="2" charset="2"/>
              <a:buChar char="q"/>
            </a:pPr>
            <a:r>
              <a:rPr lang="es-AR" sz="3200" dirty="0" smtClean="0"/>
              <a:t>El conocimiento </a:t>
            </a:r>
          </a:p>
          <a:p>
            <a:pPr marL="285750" indent="-285750">
              <a:buFont typeface="Wingdings" panose="05000000000000000000" pitchFamily="2" charset="2"/>
              <a:buChar char="q"/>
            </a:pPr>
            <a:r>
              <a:rPr lang="es-AR" sz="3200" dirty="0" smtClean="0"/>
              <a:t>La lógica</a:t>
            </a:r>
          </a:p>
          <a:p>
            <a:pPr marL="285750" indent="-285750">
              <a:buFont typeface="Wingdings" panose="05000000000000000000" pitchFamily="2" charset="2"/>
              <a:buChar char="q"/>
            </a:pPr>
            <a:r>
              <a:rPr lang="es-AR" sz="3200" dirty="0" smtClean="0"/>
              <a:t>De los valores</a:t>
            </a:r>
          </a:p>
          <a:p>
            <a:pPr marL="285750" indent="-285750">
              <a:buFont typeface="Wingdings" panose="05000000000000000000" pitchFamily="2" charset="2"/>
              <a:buChar char="q"/>
            </a:pPr>
            <a:r>
              <a:rPr lang="es-AR" sz="3200" dirty="0" smtClean="0"/>
              <a:t>De los procedimientos para producir conocimiento</a:t>
            </a:r>
            <a:endParaRPr lang="en-US" sz="3200" dirty="0"/>
          </a:p>
        </p:txBody>
      </p:sp>
      <p:grpSp>
        <p:nvGrpSpPr>
          <p:cNvPr id="3" name="Grupo 2"/>
          <p:cNvGrpSpPr/>
          <p:nvPr/>
        </p:nvGrpSpPr>
        <p:grpSpPr>
          <a:xfrm>
            <a:off x="6447593" y="457201"/>
            <a:ext cx="5296927" cy="5916303"/>
            <a:chOff x="6447593" y="457201"/>
            <a:chExt cx="5296927" cy="5916303"/>
          </a:xfrm>
        </p:grpSpPr>
        <p:sp>
          <p:nvSpPr>
            <p:cNvPr id="6" name="Flecha circular 5"/>
            <p:cNvSpPr/>
            <p:nvPr/>
          </p:nvSpPr>
          <p:spPr>
            <a:xfrm>
              <a:off x="7240916" y="457201"/>
              <a:ext cx="2847675" cy="2848108"/>
            </a:xfrm>
            <a:prstGeom prst="circularArrow">
              <a:avLst>
                <a:gd name="adj1" fmla="val 10980"/>
                <a:gd name="adj2" fmla="val 1142322"/>
                <a:gd name="adj3" fmla="val 4500000"/>
                <a:gd name="adj4" fmla="val 10800000"/>
                <a:gd name="adj5" fmla="val 125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7" name="Forma libre 6"/>
            <p:cNvSpPr/>
            <p:nvPr/>
          </p:nvSpPr>
          <p:spPr>
            <a:xfrm>
              <a:off x="7870346" y="1485454"/>
              <a:ext cx="1582398" cy="791009"/>
            </a:xfrm>
            <a:custGeom>
              <a:avLst/>
              <a:gdLst>
                <a:gd name="connsiteX0" fmla="*/ 0 w 1582398"/>
                <a:gd name="connsiteY0" fmla="*/ 0 h 791009"/>
                <a:gd name="connsiteX1" fmla="*/ 1582398 w 1582398"/>
                <a:gd name="connsiteY1" fmla="*/ 0 h 791009"/>
                <a:gd name="connsiteX2" fmla="*/ 1582398 w 1582398"/>
                <a:gd name="connsiteY2" fmla="*/ 791009 h 791009"/>
                <a:gd name="connsiteX3" fmla="*/ 0 w 1582398"/>
                <a:gd name="connsiteY3" fmla="*/ 791009 h 791009"/>
                <a:gd name="connsiteX4" fmla="*/ 0 w 1582398"/>
                <a:gd name="connsiteY4" fmla="*/ 0 h 7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2398" h="791009">
                  <a:moveTo>
                    <a:pt x="0" y="0"/>
                  </a:moveTo>
                  <a:lnTo>
                    <a:pt x="1582398" y="0"/>
                  </a:lnTo>
                  <a:lnTo>
                    <a:pt x="1582398" y="791009"/>
                  </a:lnTo>
                  <a:lnTo>
                    <a:pt x="0" y="79100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Lógicos </a:t>
              </a:r>
              <a:endParaRPr lang="es-ES" sz="1800" kern="1200" dirty="0"/>
            </a:p>
          </p:txBody>
        </p:sp>
        <p:sp>
          <p:nvSpPr>
            <p:cNvPr id="8" name="Forma 7"/>
            <p:cNvSpPr/>
            <p:nvPr/>
          </p:nvSpPr>
          <p:spPr>
            <a:xfrm>
              <a:off x="6449984" y="2093650"/>
              <a:ext cx="2847675" cy="2848108"/>
            </a:xfrm>
            <a:prstGeom prst="leftCircularArrow">
              <a:avLst>
                <a:gd name="adj1" fmla="val 10980"/>
                <a:gd name="adj2" fmla="val 1142322"/>
                <a:gd name="adj3" fmla="val 6300000"/>
                <a:gd name="adj4" fmla="val 18900000"/>
                <a:gd name="adj5" fmla="val 12500"/>
              </a:avLst>
            </a:prstGeom>
          </p:spPr>
          <p:style>
            <a:lnRef idx="2">
              <a:schemeClr val="lt1">
                <a:hueOff val="0"/>
                <a:satOff val="0"/>
                <a:lumOff val="0"/>
                <a:alphaOff val="0"/>
              </a:schemeClr>
            </a:lnRef>
            <a:fillRef idx="1">
              <a:schemeClr val="accent4">
                <a:hueOff val="5197846"/>
                <a:satOff val="-23984"/>
                <a:lumOff val="883"/>
                <a:alphaOff val="0"/>
              </a:schemeClr>
            </a:fillRef>
            <a:effectRef idx="0">
              <a:schemeClr val="accent4">
                <a:hueOff val="5197846"/>
                <a:satOff val="-23984"/>
                <a:lumOff val="883"/>
                <a:alphaOff val="0"/>
              </a:schemeClr>
            </a:effectRef>
            <a:fontRef idx="minor">
              <a:schemeClr val="lt1"/>
            </a:fontRef>
          </p:style>
        </p:sp>
        <p:sp>
          <p:nvSpPr>
            <p:cNvPr id="9" name="Forma libre 8"/>
            <p:cNvSpPr/>
            <p:nvPr/>
          </p:nvSpPr>
          <p:spPr>
            <a:xfrm>
              <a:off x="7082622" y="3131370"/>
              <a:ext cx="1582398" cy="791009"/>
            </a:xfrm>
            <a:custGeom>
              <a:avLst/>
              <a:gdLst>
                <a:gd name="connsiteX0" fmla="*/ 0 w 1582398"/>
                <a:gd name="connsiteY0" fmla="*/ 0 h 791009"/>
                <a:gd name="connsiteX1" fmla="*/ 1582398 w 1582398"/>
                <a:gd name="connsiteY1" fmla="*/ 0 h 791009"/>
                <a:gd name="connsiteX2" fmla="*/ 1582398 w 1582398"/>
                <a:gd name="connsiteY2" fmla="*/ 791009 h 791009"/>
                <a:gd name="connsiteX3" fmla="*/ 0 w 1582398"/>
                <a:gd name="connsiteY3" fmla="*/ 791009 h 791009"/>
                <a:gd name="connsiteX4" fmla="*/ 0 w 1582398"/>
                <a:gd name="connsiteY4" fmla="*/ 0 h 7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2398" h="791009">
                  <a:moveTo>
                    <a:pt x="0" y="0"/>
                  </a:moveTo>
                  <a:lnTo>
                    <a:pt x="1582398" y="0"/>
                  </a:lnTo>
                  <a:lnTo>
                    <a:pt x="1582398" y="791009"/>
                  </a:lnTo>
                  <a:lnTo>
                    <a:pt x="0" y="79100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Epistemológicos</a:t>
              </a:r>
              <a:endParaRPr lang="es-ES" sz="1800" kern="1200" dirty="0"/>
            </a:p>
          </p:txBody>
        </p:sp>
        <p:sp>
          <p:nvSpPr>
            <p:cNvPr id="10" name="Arco de bloque 9"/>
            <p:cNvSpPr/>
            <p:nvPr/>
          </p:nvSpPr>
          <p:spPr>
            <a:xfrm>
              <a:off x="7443595" y="3925930"/>
              <a:ext cx="2446594" cy="2447574"/>
            </a:xfrm>
            <a:prstGeom prst="blockArc">
              <a:avLst>
                <a:gd name="adj1" fmla="val 13500000"/>
                <a:gd name="adj2" fmla="val 10800000"/>
                <a:gd name="adj3" fmla="val 12740"/>
              </a:avLst>
            </a:prstGeom>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sp>
        <p:sp>
          <p:nvSpPr>
            <p:cNvPr id="11" name="Forma libre 10"/>
            <p:cNvSpPr/>
            <p:nvPr/>
          </p:nvSpPr>
          <p:spPr>
            <a:xfrm>
              <a:off x="7874089" y="4779652"/>
              <a:ext cx="1582398" cy="791009"/>
            </a:xfrm>
            <a:custGeom>
              <a:avLst/>
              <a:gdLst>
                <a:gd name="connsiteX0" fmla="*/ 0 w 1582398"/>
                <a:gd name="connsiteY0" fmla="*/ 0 h 791009"/>
                <a:gd name="connsiteX1" fmla="*/ 1582398 w 1582398"/>
                <a:gd name="connsiteY1" fmla="*/ 0 h 791009"/>
                <a:gd name="connsiteX2" fmla="*/ 1582398 w 1582398"/>
                <a:gd name="connsiteY2" fmla="*/ 791009 h 791009"/>
                <a:gd name="connsiteX3" fmla="*/ 0 w 1582398"/>
                <a:gd name="connsiteY3" fmla="*/ 791009 h 791009"/>
                <a:gd name="connsiteX4" fmla="*/ 0 w 1582398"/>
                <a:gd name="connsiteY4" fmla="*/ 0 h 7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2398" h="791009">
                  <a:moveTo>
                    <a:pt x="0" y="0"/>
                  </a:moveTo>
                  <a:lnTo>
                    <a:pt x="1582398" y="0"/>
                  </a:lnTo>
                  <a:lnTo>
                    <a:pt x="1582398" y="791009"/>
                  </a:lnTo>
                  <a:lnTo>
                    <a:pt x="0" y="79100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Ontológicos </a:t>
              </a:r>
              <a:endParaRPr lang="es-ES" sz="1800" kern="1200" dirty="0"/>
            </a:p>
          </p:txBody>
        </p:sp>
        <p:sp>
          <p:nvSpPr>
            <p:cNvPr id="12" name="Flecha circular 11"/>
            <p:cNvSpPr/>
            <p:nvPr/>
          </p:nvSpPr>
          <p:spPr>
            <a:xfrm>
              <a:off x="8896845" y="2408102"/>
              <a:ext cx="2847675" cy="2848108"/>
            </a:xfrm>
            <a:prstGeom prst="circularArrow">
              <a:avLst>
                <a:gd name="adj1" fmla="val 10980"/>
                <a:gd name="adj2" fmla="val 1142322"/>
                <a:gd name="adj3" fmla="val 4500000"/>
                <a:gd name="adj4" fmla="val 10800000"/>
                <a:gd name="adj5" fmla="val 12500"/>
              </a:avLst>
            </a:prstGeom>
          </p:spPr>
          <p:style>
            <a:lnRef idx="3">
              <a:schemeClr val="lt1"/>
            </a:lnRef>
            <a:fillRef idx="1">
              <a:schemeClr val="accent2"/>
            </a:fillRef>
            <a:effectRef idx="1">
              <a:schemeClr val="accent2"/>
            </a:effectRef>
            <a:fontRef idx="minor">
              <a:schemeClr val="lt1"/>
            </a:fontRef>
          </p:style>
        </p:sp>
        <p:sp>
          <p:nvSpPr>
            <p:cNvPr id="13" name="Forma 12"/>
            <p:cNvSpPr/>
            <p:nvPr/>
          </p:nvSpPr>
          <p:spPr>
            <a:xfrm>
              <a:off x="6447593" y="2093651"/>
              <a:ext cx="2847675" cy="2848108"/>
            </a:xfrm>
            <a:prstGeom prst="leftCircularArrow">
              <a:avLst>
                <a:gd name="adj1" fmla="val 10980"/>
                <a:gd name="adj2" fmla="val 1142322"/>
                <a:gd name="adj3" fmla="val 6300000"/>
                <a:gd name="adj4" fmla="val 18900000"/>
                <a:gd name="adj5" fmla="val 12500"/>
              </a:avLst>
            </a:prstGeom>
          </p:spPr>
          <p:style>
            <a:lnRef idx="2">
              <a:schemeClr val="lt1">
                <a:hueOff val="0"/>
                <a:satOff val="0"/>
                <a:lumOff val="0"/>
                <a:alphaOff val="0"/>
              </a:schemeClr>
            </a:lnRef>
            <a:fillRef idx="1">
              <a:schemeClr val="accent4">
                <a:hueOff val="5197846"/>
                <a:satOff val="-23984"/>
                <a:lumOff val="883"/>
                <a:alphaOff val="0"/>
              </a:schemeClr>
            </a:fillRef>
            <a:effectRef idx="0">
              <a:schemeClr val="accent4">
                <a:hueOff val="5197846"/>
                <a:satOff val="-23984"/>
                <a:lumOff val="883"/>
                <a:alphaOff val="0"/>
              </a:schemeClr>
            </a:effectRef>
            <a:fontRef idx="minor">
              <a:schemeClr val="lt1"/>
            </a:fontRef>
          </p:style>
        </p:sp>
      </p:grpSp>
      <p:sp>
        <p:nvSpPr>
          <p:cNvPr id="15" name="Forma 14"/>
          <p:cNvSpPr/>
          <p:nvPr/>
        </p:nvSpPr>
        <p:spPr>
          <a:xfrm>
            <a:off x="5241024" y="456904"/>
            <a:ext cx="2847675" cy="2848108"/>
          </a:xfrm>
          <a:prstGeom prst="leftCircularArrow">
            <a:avLst>
              <a:gd name="adj1" fmla="val 10980"/>
              <a:gd name="adj2" fmla="val 1142322"/>
              <a:gd name="adj3" fmla="val 6300000"/>
              <a:gd name="adj4" fmla="val 18900000"/>
              <a:gd name="adj5" fmla="val 12500"/>
            </a:avLst>
          </a:prstGeom>
        </p:spPr>
        <p:style>
          <a:lnRef idx="2">
            <a:schemeClr val="accent3">
              <a:shade val="50000"/>
            </a:schemeClr>
          </a:lnRef>
          <a:fillRef idx="1">
            <a:schemeClr val="accent3"/>
          </a:fillRef>
          <a:effectRef idx="0">
            <a:schemeClr val="accent3"/>
          </a:effectRef>
          <a:fontRef idx="minor">
            <a:schemeClr val="lt1"/>
          </a:fontRef>
        </p:style>
      </p:sp>
      <p:sp>
        <p:nvSpPr>
          <p:cNvPr id="17" name="CuadroTexto 16"/>
          <p:cNvSpPr txBox="1"/>
          <p:nvPr/>
        </p:nvSpPr>
        <p:spPr>
          <a:xfrm>
            <a:off x="5870454" y="1624084"/>
            <a:ext cx="1573141" cy="369332"/>
          </a:xfrm>
          <a:prstGeom prst="rect">
            <a:avLst/>
          </a:prstGeom>
          <a:noFill/>
        </p:spPr>
        <p:txBody>
          <a:bodyPr wrap="square" rtlCol="0">
            <a:spAutoFit/>
          </a:bodyPr>
          <a:lstStyle/>
          <a:p>
            <a:r>
              <a:rPr lang="es-MX" dirty="0"/>
              <a:t>A</a:t>
            </a:r>
            <a:r>
              <a:rPr lang="es-MX" dirty="0" smtClean="0"/>
              <a:t>xiológicos</a:t>
            </a:r>
            <a:endParaRPr lang="en-US" dirty="0"/>
          </a:p>
        </p:txBody>
      </p:sp>
      <p:sp>
        <p:nvSpPr>
          <p:cNvPr id="18" name="CuadroTexto 17"/>
          <p:cNvSpPr txBox="1"/>
          <p:nvPr/>
        </p:nvSpPr>
        <p:spPr>
          <a:xfrm>
            <a:off x="9527093" y="3657600"/>
            <a:ext cx="1584788" cy="369332"/>
          </a:xfrm>
          <a:prstGeom prst="rect">
            <a:avLst/>
          </a:prstGeom>
          <a:noFill/>
        </p:spPr>
        <p:txBody>
          <a:bodyPr wrap="square" rtlCol="0">
            <a:spAutoFit/>
          </a:bodyPr>
          <a:lstStyle/>
          <a:p>
            <a:r>
              <a:rPr lang="es-MX" dirty="0" smtClean="0"/>
              <a:t>Metodológicos</a:t>
            </a:r>
            <a:endParaRPr lang="en-US" dirty="0"/>
          </a:p>
        </p:txBody>
      </p:sp>
    </p:spTree>
    <p:extLst>
      <p:ext uri="{BB962C8B-B14F-4D97-AF65-F5344CB8AC3E}">
        <p14:creationId xmlns:p14="http://schemas.microsoft.com/office/powerpoint/2010/main" val="10661281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35426" y="274638"/>
            <a:ext cx="11321144" cy="922114"/>
          </a:xfrm>
        </p:spPr>
        <p:txBody>
          <a:bodyPr>
            <a:normAutofit/>
          </a:bodyPr>
          <a:lstStyle/>
          <a:p>
            <a:pPr algn="ctr"/>
            <a:r>
              <a:rPr lang="es-AR" sz="2400" b="1" dirty="0" smtClean="0"/>
              <a:t>SUPUESTOS TEÓRICOS EN LA INVESTIGACIÓN</a:t>
            </a:r>
            <a:endParaRPr lang="es-AR" sz="2400" b="1" dirty="0"/>
          </a:p>
        </p:txBody>
      </p:sp>
      <p:graphicFrame>
        <p:nvGraphicFramePr>
          <p:cNvPr id="5" name="4 Marcador de contenido"/>
          <p:cNvGraphicFramePr>
            <a:graphicFrameLocks noGrp="1"/>
          </p:cNvGraphicFramePr>
          <p:nvPr>
            <p:ph idx="1"/>
            <p:extLst>
              <p:ext uri="{D42A27DB-BD31-4B8C-83A1-F6EECF244321}">
                <p14:modId xmlns:p14="http://schemas.microsoft.com/office/powerpoint/2010/main" val="642188395"/>
              </p:ext>
            </p:extLst>
          </p:nvPr>
        </p:nvGraphicFramePr>
        <p:xfrm>
          <a:off x="435426" y="1088570"/>
          <a:ext cx="11321144" cy="5647239"/>
        </p:xfrm>
        <a:graphic>
          <a:graphicData uri="http://schemas.openxmlformats.org/drawingml/2006/table">
            <a:tbl>
              <a:tblPr firstRow="1" bandRow="1">
                <a:tableStyleId>{3B4B98B0-60AC-42C2-AFA5-B58CD77FA1E5}</a:tableStyleId>
              </a:tblPr>
              <a:tblGrid>
                <a:gridCol w="5660572">
                  <a:extLst>
                    <a:ext uri="{9D8B030D-6E8A-4147-A177-3AD203B41FA5}">
                      <a16:colId xmlns:a16="http://schemas.microsoft.com/office/drawing/2014/main" val="20000"/>
                    </a:ext>
                  </a:extLst>
                </a:gridCol>
                <a:gridCol w="5660572">
                  <a:extLst>
                    <a:ext uri="{9D8B030D-6E8A-4147-A177-3AD203B41FA5}">
                      <a16:colId xmlns:a16="http://schemas.microsoft.com/office/drawing/2014/main" val="20001"/>
                    </a:ext>
                  </a:extLst>
                </a:gridCol>
              </a:tblGrid>
              <a:tr h="406401">
                <a:tc gridSpan="2">
                  <a:txBody>
                    <a:bodyPr/>
                    <a:lstStyle/>
                    <a:p>
                      <a:pPr algn="ctr">
                        <a:buFont typeface="Wingdings" pitchFamily="2" charset="2"/>
                        <a:buNone/>
                      </a:pPr>
                      <a:endParaRPr lang="es-AR" dirty="0" smtClean="0"/>
                    </a:p>
                    <a:p>
                      <a:pPr algn="ctr">
                        <a:buFont typeface="Wingdings" pitchFamily="2" charset="2"/>
                        <a:buNone/>
                      </a:pPr>
                      <a:r>
                        <a:rPr lang="es-AR" dirty="0" smtClean="0"/>
                        <a:t>ONTOLÓGICOS</a:t>
                      </a:r>
                      <a:endParaRPr lang="es-AR" b="1" dirty="0"/>
                    </a:p>
                  </a:txBody>
                  <a:tcPr/>
                </a:tc>
                <a:tc hMerge="1">
                  <a:txBody>
                    <a:bodyPr/>
                    <a:lstStyle/>
                    <a:p>
                      <a:pPr>
                        <a:buFont typeface="Wingdings" pitchFamily="2" charset="2"/>
                        <a:buChar char="ü"/>
                      </a:pPr>
                      <a:endParaRPr lang="es-AR" dirty="0"/>
                    </a:p>
                  </a:txBody>
                  <a:tcPr/>
                </a:tc>
                <a:extLst>
                  <a:ext uri="{0D108BD9-81ED-4DB2-BD59-A6C34878D82A}">
                    <a16:rowId xmlns:a16="http://schemas.microsoft.com/office/drawing/2014/main" val="10000"/>
                  </a:ext>
                </a:extLst>
              </a:tr>
              <a:tr h="448493">
                <a:tc>
                  <a:txBody>
                    <a:bodyPr/>
                    <a:lstStyle/>
                    <a:p>
                      <a:pPr>
                        <a:buFont typeface="Wingdings" pitchFamily="2" charset="2"/>
                        <a:buChar char="ü"/>
                      </a:pPr>
                      <a:r>
                        <a:rPr lang="es-AR" dirty="0" smtClean="0"/>
                        <a:t>Realidad conjuntista (conjunto de</a:t>
                      </a:r>
                      <a:r>
                        <a:rPr lang="es-AR" baseline="0" dirty="0" smtClean="0"/>
                        <a:t> partes) /objetiva</a:t>
                      </a:r>
                    </a:p>
                  </a:txBody>
                  <a:tcPr/>
                </a:tc>
                <a:tc>
                  <a:txBody>
                    <a:bodyPr/>
                    <a:lstStyle/>
                    <a:p>
                      <a:pPr>
                        <a:buFont typeface="Wingdings" pitchFamily="2" charset="2"/>
                        <a:buChar char="ü"/>
                      </a:pPr>
                      <a:r>
                        <a:rPr lang="es-AR" dirty="0" smtClean="0"/>
                        <a:t>Realidad complejo estratificado / subjetiva – múltiple</a:t>
                      </a:r>
                    </a:p>
                  </a:txBody>
                  <a:tcPr/>
                </a:tc>
                <a:extLst>
                  <a:ext uri="{0D108BD9-81ED-4DB2-BD59-A6C34878D82A}">
                    <a16:rowId xmlns:a16="http://schemas.microsoft.com/office/drawing/2014/main" val="10001"/>
                  </a:ext>
                </a:extLst>
              </a:tr>
              <a:tr h="435428">
                <a:tc gridSpan="2">
                  <a:txBody>
                    <a:bodyPr/>
                    <a:lstStyle/>
                    <a:p>
                      <a:pPr algn="ctr">
                        <a:buFont typeface="Wingdings" pitchFamily="2" charset="2"/>
                        <a:buNone/>
                      </a:pPr>
                      <a:endParaRPr lang="es-AR" dirty="0" smtClean="0"/>
                    </a:p>
                    <a:p>
                      <a:pPr algn="ctr">
                        <a:buFont typeface="Wingdings" pitchFamily="2" charset="2"/>
                        <a:buNone/>
                      </a:pPr>
                      <a:r>
                        <a:rPr lang="es-AR" b="1" dirty="0" smtClean="0"/>
                        <a:t>EPISTEMOLÓGICOS</a:t>
                      </a:r>
                      <a:endParaRPr lang="es-AR" b="1" dirty="0"/>
                    </a:p>
                  </a:txBody>
                  <a:tcPr/>
                </a:tc>
                <a:tc hMerge="1">
                  <a:txBody>
                    <a:bodyPr/>
                    <a:lstStyle/>
                    <a:p>
                      <a:pPr>
                        <a:buFont typeface="Wingdings" pitchFamily="2" charset="2"/>
                        <a:buChar char="ü"/>
                      </a:pPr>
                      <a:endParaRPr lang="es-AR" dirty="0"/>
                    </a:p>
                  </a:txBody>
                  <a:tcPr/>
                </a:tc>
                <a:extLst>
                  <a:ext uri="{0D108BD9-81ED-4DB2-BD59-A6C34878D82A}">
                    <a16:rowId xmlns:a16="http://schemas.microsoft.com/office/drawing/2014/main" val="10002"/>
                  </a:ext>
                </a:extLst>
              </a:tr>
              <a:tr h="1914434">
                <a:tc>
                  <a:txBody>
                    <a:bodyPr/>
                    <a:lstStyle/>
                    <a:p>
                      <a:pPr>
                        <a:buFont typeface="Wingdings" pitchFamily="2" charset="2"/>
                        <a:buChar char="ü"/>
                      </a:pPr>
                      <a:r>
                        <a:rPr lang="es-AR" dirty="0" smtClean="0"/>
                        <a:t>Epistemología de la “concepción heredada” /estándar</a:t>
                      </a:r>
                    </a:p>
                    <a:p>
                      <a:pPr>
                        <a:buFont typeface="Wingdings" pitchFamily="2" charset="2"/>
                        <a:buChar char="ü"/>
                      </a:pPr>
                      <a:r>
                        <a:rPr lang="es-AR" dirty="0" smtClean="0"/>
                        <a:t>Concepción</a:t>
                      </a:r>
                      <a:r>
                        <a:rPr lang="es-AR" baseline="0" dirty="0" smtClean="0"/>
                        <a:t> tradicional de la ciencia: conjunto de decisiones y actividades orientadas a establecer </a:t>
                      </a:r>
                      <a:r>
                        <a:rPr lang="es-AR" b="1" baseline="0" dirty="0" smtClean="0"/>
                        <a:t>relaciones causales</a:t>
                      </a:r>
                      <a:r>
                        <a:rPr lang="es-AR" baseline="0" dirty="0" smtClean="0"/>
                        <a:t> entre distintos aspectos de la realidad bajo estudio, o al menos, al control empírico (e impersonal) de hipótesis” (</a:t>
                      </a:r>
                      <a:r>
                        <a:rPr lang="es-AR" baseline="0" dirty="0" err="1" smtClean="0"/>
                        <a:t>Marradi</a:t>
                      </a:r>
                      <a:r>
                        <a:rPr lang="es-AR" baseline="0" dirty="0" smtClean="0"/>
                        <a:t>, 5.1.)</a:t>
                      </a:r>
                      <a:endParaRPr lang="es-AR" dirty="0" smtClean="0"/>
                    </a:p>
                    <a:p>
                      <a:pPr>
                        <a:buFont typeface="Wingdings" pitchFamily="2" charset="2"/>
                        <a:buNone/>
                      </a:pPr>
                      <a:endParaRPr lang="es-AR" dirty="0" smtClean="0"/>
                    </a:p>
                  </a:txBody>
                  <a:tcPr/>
                </a:tc>
                <a:tc>
                  <a:txBody>
                    <a:bodyPr/>
                    <a:lstStyle/>
                    <a:p>
                      <a:pPr>
                        <a:buFont typeface="Wingdings" pitchFamily="2" charset="2"/>
                        <a:buChar char="ü"/>
                      </a:pPr>
                      <a:r>
                        <a:rPr lang="es-AR" dirty="0" smtClean="0"/>
                        <a:t>Epistemologías críticas</a:t>
                      </a:r>
                      <a:r>
                        <a:rPr lang="es-AR" baseline="0" dirty="0" smtClean="0"/>
                        <a:t> /no estándar</a:t>
                      </a:r>
                    </a:p>
                    <a:p>
                      <a:pPr>
                        <a:buFont typeface="Wingdings" pitchFamily="2" charset="2"/>
                        <a:buChar char="ü"/>
                      </a:pPr>
                      <a:r>
                        <a:rPr lang="es-AR" baseline="0" dirty="0" smtClean="0"/>
                        <a:t>La investigación científica supone un proceso que involucra decisiones y prácticas por las cuales conocemos algunas situaciones de interés. El conocimiento en esta posición puede significar tanto </a:t>
                      </a:r>
                      <a:r>
                        <a:rPr lang="es-AR" b="1" baseline="0" dirty="0" smtClean="0"/>
                        <a:t>describir, analizar, explicar </a:t>
                      </a:r>
                      <a:r>
                        <a:rPr lang="es-AR" baseline="0" dirty="0" smtClean="0"/>
                        <a:t>como </a:t>
                      </a:r>
                      <a:r>
                        <a:rPr lang="es-AR" b="1" baseline="0" dirty="0" smtClean="0"/>
                        <a:t>comprender o interpretar</a:t>
                      </a:r>
                      <a:r>
                        <a:rPr lang="es-AR" baseline="0" dirty="0" smtClean="0"/>
                        <a:t>.(</a:t>
                      </a:r>
                      <a:r>
                        <a:rPr lang="es-AR" baseline="0" dirty="0" err="1" smtClean="0"/>
                        <a:t>Marradi</a:t>
                      </a:r>
                      <a:r>
                        <a:rPr lang="es-AR" baseline="0" dirty="0" smtClean="0"/>
                        <a:t>, 5.1)</a:t>
                      </a:r>
                    </a:p>
                  </a:txBody>
                  <a:tcPr/>
                </a:tc>
                <a:extLst>
                  <a:ext uri="{0D108BD9-81ED-4DB2-BD59-A6C34878D82A}">
                    <a16:rowId xmlns:a16="http://schemas.microsoft.com/office/drawing/2014/main" val="10003"/>
                  </a:ext>
                </a:extLst>
              </a:tr>
              <a:tr h="681744">
                <a:tc gridSpan="2">
                  <a:txBody>
                    <a:bodyPr/>
                    <a:lstStyle/>
                    <a:p>
                      <a:pPr algn="ctr">
                        <a:buFont typeface="Wingdings" pitchFamily="2" charset="2"/>
                        <a:buNone/>
                      </a:pPr>
                      <a:endParaRPr lang="es-AR" dirty="0" smtClean="0"/>
                    </a:p>
                    <a:p>
                      <a:pPr algn="ctr">
                        <a:buFont typeface="Wingdings" pitchFamily="2" charset="2"/>
                        <a:buNone/>
                      </a:pPr>
                      <a:r>
                        <a:rPr lang="es-AR" b="1" dirty="0" smtClean="0"/>
                        <a:t>LÓGICO-METODOLÓGICOS</a:t>
                      </a:r>
                      <a:endParaRPr lang="es-AR" b="1" dirty="0"/>
                    </a:p>
                  </a:txBody>
                  <a:tcPr/>
                </a:tc>
                <a:tc hMerge="1">
                  <a:txBody>
                    <a:bodyPr/>
                    <a:lstStyle/>
                    <a:p>
                      <a:pPr>
                        <a:buFont typeface="Wingdings" pitchFamily="2" charset="2"/>
                        <a:buChar char="ü"/>
                      </a:pPr>
                      <a:endParaRPr lang="es-AR" dirty="0"/>
                    </a:p>
                  </a:txBody>
                  <a:tcPr/>
                </a:tc>
                <a:extLst>
                  <a:ext uri="{0D108BD9-81ED-4DB2-BD59-A6C34878D82A}">
                    <a16:rowId xmlns:a16="http://schemas.microsoft.com/office/drawing/2014/main" val="10004"/>
                  </a:ext>
                </a:extLst>
              </a:tr>
              <a:tr h="1225162">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s-AR" dirty="0" smtClean="0"/>
                        <a:t>Lógica</a:t>
                      </a:r>
                      <a:r>
                        <a:rPr lang="es-AR" baseline="0" dirty="0" smtClean="0"/>
                        <a:t> deductiva</a:t>
                      </a:r>
                      <a:endParaRPr lang="es-AR" dirty="0" smtClean="0"/>
                    </a:p>
                    <a:p>
                      <a:pPr>
                        <a:buFont typeface="Wingdings" pitchFamily="2" charset="2"/>
                        <a:buChar char="ü"/>
                      </a:pPr>
                      <a:r>
                        <a:rPr lang="es-AR" dirty="0" smtClean="0"/>
                        <a:t>Monismo</a:t>
                      </a:r>
                      <a:r>
                        <a:rPr lang="es-AR" baseline="0" dirty="0" smtClean="0"/>
                        <a:t> metodológico</a:t>
                      </a:r>
                      <a:endParaRPr lang="es-AR"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s-AR" dirty="0" smtClean="0"/>
                        <a:t>Lógicas inductivas</a:t>
                      </a:r>
                      <a:r>
                        <a:rPr lang="es-AR" baseline="0" dirty="0" smtClean="0"/>
                        <a:t> y </a:t>
                      </a:r>
                      <a:r>
                        <a:rPr lang="es-AR" baseline="0" dirty="0" err="1" smtClean="0"/>
                        <a:t>abductivas</a:t>
                      </a:r>
                      <a:r>
                        <a:rPr lang="es-AR" baseline="0" dirty="0" smtClean="0"/>
                        <a:t>.</a:t>
                      </a:r>
                      <a:endParaRPr lang="es-AR" dirty="0" smtClean="0"/>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s-AR" dirty="0" smtClean="0"/>
                        <a:t>Pluralismo</a:t>
                      </a:r>
                      <a:r>
                        <a:rPr lang="es-AR" baseline="0" dirty="0" smtClean="0"/>
                        <a:t> metodológico</a:t>
                      </a:r>
                      <a:endParaRPr lang="es-AR" dirty="0" smtClean="0"/>
                    </a:p>
                    <a:p>
                      <a:pPr>
                        <a:buFont typeface="Wingdings" pitchFamily="2" charset="2"/>
                        <a:buNone/>
                      </a:pPr>
                      <a:endParaRPr lang="es-AR" dirty="0" smtClean="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26873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20914" y="435042"/>
            <a:ext cx="11330096" cy="624501"/>
          </a:xfrm>
        </p:spPr>
        <p:style>
          <a:lnRef idx="2">
            <a:schemeClr val="accent6"/>
          </a:lnRef>
          <a:fillRef idx="1">
            <a:schemeClr val="lt1"/>
          </a:fillRef>
          <a:effectRef idx="0">
            <a:schemeClr val="accent6"/>
          </a:effectRef>
          <a:fontRef idx="minor">
            <a:schemeClr val="dk1"/>
          </a:fontRef>
        </p:style>
        <p:txBody>
          <a:bodyPr>
            <a:normAutofit fontScale="90000"/>
          </a:bodyPr>
          <a:lstStyle/>
          <a:p>
            <a:pPr algn="ctr">
              <a:defRPr/>
            </a:pPr>
            <a:r>
              <a:rPr lang="es-AR" sz="3100" b="1" dirty="0" smtClean="0">
                <a:solidFill>
                  <a:schemeClr val="tx2">
                    <a:satMod val="200000"/>
                  </a:schemeClr>
                </a:solidFill>
              </a:rPr>
              <a:t>¿Qué es una teoría y qué lugar ocupa en una investigación?</a:t>
            </a:r>
            <a:br>
              <a:rPr lang="es-AR" sz="3100" b="1" dirty="0" smtClean="0">
                <a:solidFill>
                  <a:schemeClr val="tx2">
                    <a:satMod val="200000"/>
                  </a:schemeClr>
                </a:solidFill>
              </a:rPr>
            </a:br>
            <a:r>
              <a:rPr lang="es-AR" sz="1500" dirty="0">
                <a:solidFill>
                  <a:schemeClr val="tx2">
                    <a:satMod val="200000"/>
                  </a:schemeClr>
                </a:solidFill>
              </a:rPr>
              <a:t>                                                                                </a:t>
            </a:r>
            <a:endParaRPr lang="es-ES" dirty="0" smtClean="0">
              <a:solidFill>
                <a:schemeClr val="tx2">
                  <a:satMod val="200000"/>
                </a:schemeClr>
              </a:solidFill>
            </a:endParaRPr>
          </a:p>
        </p:txBody>
      </p:sp>
      <p:sp>
        <p:nvSpPr>
          <p:cNvPr id="9219" name="Rectangle 3"/>
          <p:cNvSpPr>
            <a:spLocks noGrp="1" noChangeArrowheads="1"/>
          </p:cNvSpPr>
          <p:nvPr>
            <p:ph idx="1"/>
          </p:nvPr>
        </p:nvSpPr>
        <p:spPr>
          <a:xfrm>
            <a:off x="573205" y="1201868"/>
            <a:ext cx="7554795" cy="5295333"/>
          </a:xfrm>
        </p:spPr>
        <p:style>
          <a:lnRef idx="2">
            <a:schemeClr val="dk1"/>
          </a:lnRef>
          <a:fillRef idx="1">
            <a:schemeClr val="lt1"/>
          </a:fillRef>
          <a:effectRef idx="0">
            <a:schemeClr val="dk1"/>
          </a:effectRef>
          <a:fontRef idx="minor">
            <a:schemeClr val="dk1"/>
          </a:fontRef>
        </p:style>
        <p:txBody>
          <a:bodyPr>
            <a:noAutofit/>
          </a:bodyPr>
          <a:lstStyle/>
          <a:p>
            <a:pPr marL="0" indent="0" algn="just">
              <a:spcBef>
                <a:spcPts val="0"/>
              </a:spcBef>
              <a:buNone/>
              <a:defRPr/>
            </a:pPr>
            <a:endParaRPr lang="es-AR" b="1" dirty="0">
              <a:latin typeface="+mj-lt"/>
            </a:endParaRPr>
          </a:p>
          <a:p>
            <a:pPr algn="just">
              <a:spcBef>
                <a:spcPts val="0"/>
              </a:spcBef>
              <a:buFont typeface="Wingdings" panose="05000000000000000000" pitchFamily="2" charset="2"/>
              <a:buChar char="q"/>
              <a:defRPr/>
            </a:pPr>
            <a:r>
              <a:rPr lang="es-AR" sz="2000" b="1" dirty="0" smtClean="0">
                <a:latin typeface="+mj-lt"/>
              </a:rPr>
              <a:t>Conjunto </a:t>
            </a:r>
            <a:r>
              <a:rPr lang="es-AR" sz="2000" b="1" dirty="0">
                <a:latin typeface="+mj-lt"/>
              </a:rPr>
              <a:t>de </a:t>
            </a:r>
            <a:r>
              <a:rPr lang="es-AR" sz="2000" b="1" u="sng" dirty="0">
                <a:latin typeface="+mj-lt"/>
              </a:rPr>
              <a:t>conceptos articulados entre sí </a:t>
            </a:r>
            <a:r>
              <a:rPr lang="es-AR" sz="2000" b="1" dirty="0">
                <a:latin typeface="+mj-lt"/>
              </a:rPr>
              <a:t>formando un sistema que describe, explica e interpreta </a:t>
            </a:r>
            <a:r>
              <a:rPr lang="es-AR" sz="2000" b="1" dirty="0">
                <a:solidFill>
                  <a:srgbClr val="FF6600"/>
                </a:solidFill>
                <a:latin typeface="+mj-lt"/>
              </a:rPr>
              <a:t>la realidad o entidad que consideremos real</a:t>
            </a:r>
            <a:r>
              <a:rPr lang="es-AR" sz="2000" b="1" dirty="0" smtClean="0">
                <a:solidFill>
                  <a:srgbClr val="FF6600"/>
                </a:solidFill>
                <a:latin typeface="+mj-lt"/>
              </a:rPr>
              <a:t>.</a:t>
            </a:r>
          </a:p>
          <a:p>
            <a:pPr marL="0" indent="0" algn="just">
              <a:spcBef>
                <a:spcPts val="0"/>
              </a:spcBef>
              <a:buNone/>
              <a:defRPr/>
            </a:pPr>
            <a:endParaRPr lang="es-AR" sz="2000" b="1" dirty="0">
              <a:solidFill>
                <a:srgbClr val="FFFF00"/>
              </a:solidFill>
              <a:latin typeface="+mj-lt"/>
            </a:endParaRPr>
          </a:p>
          <a:p>
            <a:pPr lvl="0" algn="just">
              <a:spcBef>
                <a:spcPts val="0"/>
              </a:spcBef>
              <a:buFont typeface="Wingdings" panose="05000000000000000000" pitchFamily="2" charset="2"/>
              <a:buChar char="q"/>
              <a:defRPr/>
            </a:pPr>
            <a:r>
              <a:rPr lang="es-AR" sz="2000" b="1" dirty="0">
                <a:latin typeface="+mj-lt"/>
              </a:rPr>
              <a:t>“… toda investigación es una construcción teórica que no se reduce a lo que normalmente se denomina teoría o marco teórico, sino que toda la </a:t>
            </a:r>
            <a:r>
              <a:rPr lang="es-AR" sz="2000" b="1" dirty="0">
                <a:solidFill>
                  <a:srgbClr val="0070C0"/>
                </a:solidFill>
                <a:latin typeface="+mj-lt"/>
              </a:rPr>
              <a:t>argamasa</a:t>
            </a:r>
            <a:r>
              <a:rPr lang="es-AR" sz="2000" b="1" dirty="0">
                <a:latin typeface="+mj-lt"/>
              </a:rPr>
              <a:t> que sostiene una investigación es teórica.” (</a:t>
            </a:r>
            <a:r>
              <a:rPr lang="es-AR" sz="2000" b="1" dirty="0" err="1">
                <a:latin typeface="+mj-lt"/>
              </a:rPr>
              <a:t>Sautu</a:t>
            </a:r>
            <a:r>
              <a:rPr lang="es-AR" sz="2000" b="1" dirty="0">
                <a:latin typeface="+mj-lt"/>
              </a:rPr>
              <a:t>)</a:t>
            </a:r>
            <a:endParaRPr lang="es-ES" sz="2000" b="1" dirty="0">
              <a:latin typeface="+mj-lt"/>
            </a:endParaRPr>
          </a:p>
          <a:p>
            <a:pPr algn="just">
              <a:spcBef>
                <a:spcPts val="0"/>
              </a:spcBef>
              <a:buFont typeface="Wingdings" panose="05000000000000000000" pitchFamily="2" charset="2"/>
              <a:buChar char="q"/>
              <a:defRPr/>
            </a:pPr>
            <a:endParaRPr lang="es-AR" sz="2000" b="1" dirty="0" smtClean="0">
              <a:solidFill>
                <a:srgbClr val="FFFF00"/>
              </a:solidFill>
              <a:latin typeface="+mj-lt"/>
            </a:endParaRPr>
          </a:p>
          <a:p>
            <a:pPr algn="just">
              <a:spcBef>
                <a:spcPts val="0"/>
              </a:spcBef>
              <a:buFont typeface="Wingdings" panose="05000000000000000000" pitchFamily="2" charset="2"/>
              <a:buChar char="q"/>
              <a:defRPr/>
            </a:pPr>
            <a:r>
              <a:rPr lang="es-MX" sz="2000" b="1" dirty="0" smtClean="0">
                <a:latin typeface="+mj-lt"/>
              </a:rPr>
              <a:t>Es </a:t>
            </a:r>
            <a:r>
              <a:rPr lang="es-MX" sz="2000" b="1" dirty="0">
                <a:latin typeface="+mj-lt"/>
              </a:rPr>
              <a:t>el </a:t>
            </a:r>
            <a:r>
              <a:rPr lang="es-MX" sz="2000" b="1" dirty="0">
                <a:solidFill>
                  <a:srgbClr val="0070C0"/>
                </a:solidFill>
                <a:latin typeface="+mj-lt"/>
              </a:rPr>
              <a:t>andamiaje</a:t>
            </a:r>
            <a:r>
              <a:rPr lang="es-MX" sz="2000" b="1" dirty="0">
                <a:latin typeface="+mj-lt"/>
              </a:rPr>
              <a:t> sobre el que se construye una investigación, el </a:t>
            </a:r>
            <a:r>
              <a:rPr lang="es-MX" sz="2000" b="1" dirty="0">
                <a:solidFill>
                  <a:srgbClr val="0070C0"/>
                </a:solidFill>
                <a:latin typeface="+mj-lt"/>
              </a:rPr>
              <a:t>hilo conductor</a:t>
            </a:r>
            <a:r>
              <a:rPr lang="es-MX" sz="2000" b="1" dirty="0">
                <a:latin typeface="+mj-lt"/>
              </a:rPr>
              <a:t>, los </a:t>
            </a:r>
            <a:r>
              <a:rPr lang="es-MX" sz="2000" b="1" dirty="0">
                <a:solidFill>
                  <a:srgbClr val="0070C0"/>
                </a:solidFill>
                <a:latin typeface="+mj-lt"/>
              </a:rPr>
              <a:t>supuestos</a:t>
            </a:r>
            <a:r>
              <a:rPr lang="es-MX" sz="2000" b="1" dirty="0">
                <a:latin typeface="+mj-lt"/>
              </a:rPr>
              <a:t> sobre los que se apoya, los conceptos o proposiciones que la </a:t>
            </a:r>
            <a:r>
              <a:rPr lang="es-MX" sz="2000" b="1" dirty="0" smtClean="0">
                <a:latin typeface="+mj-lt"/>
              </a:rPr>
              <a:t>encuadran (</a:t>
            </a:r>
            <a:r>
              <a:rPr lang="es-MX" sz="2000" b="1" dirty="0" err="1" smtClean="0">
                <a:latin typeface="+mj-lt"/>
              </a:rPr>
              <a:t>Sautu</a:t>
            </a:r>
            <a:r>
              <a:rPr lang="es-MX" sz="2000" b="1" dirty="0" smtClean="0">
                <a:latin typeface="+mj-lt"/>
              </a:rPr>
              <a:t>)</a:t>
            </a:r>
          </a:p>
          <a:p>
            <a:pPr algn="just">
              <a:spcBef>
                <a:spcPts val="0"/>
              </a:spcBef>
              <a:buFont typeface="Wingdings" panose="05000000000000000000" pitchFamily="2" charset="2"/>
              <a:buChar char="q"/>
              <a:defRPr/>
            </a:pPr>
            <a:endParaRPr lang="es-MX" sz="2000" b="1" dirty="0">
              <a:latin typeface="+mj-lt"/>
            </a:endParaRPr>
          </a:p>
          <a:p>
            <a:pPr lvl="0" algn="just">
              <a:spcBef>
                <a:spcPts val="0"/>
              </a:spcBef>
              <a:buFont typeface="Wingdings" panose="05000000000000000000" pitchFamily="2" charset="2"/>
              <a:buChar char="q"/>
              <a:defRPr/>
            </a:pPr>
            <a:r>
              <a:rPr lang="es-MX" sz="2000" b="1" dirty="0" smtClean="0">
                <a:latin typeface="+mj-lt"/>
              </a:rPr>
              <a:t>“ …</a:t>
            </a:r>
            <a:r>
              <a:rPr lang="es-ES" sz="2000" b="1" dirty="0">
                <a:latin typeface="+mj-lt"/>
              </a:rPr>
              <a:t>son necesarias para explicar la </a:t>
            </a:r>
            <a:r>
              <a:rPr lang="es-ES" sz="2000" b="1" dirty="0">
                <a:solidFill>
                  <a:srgbClr val="0070C0"/>
                </a:solidFill>
                <a:latin typeface="+mj-lt"/>
              </a:rPr>
              <a:t>pauta subyacente </a:t>
            </a:r>
            <a:r>
              <a:rPr lang="es-ES" sz="2000" b="1" dirty="0">
                <a:latin typeface="+mj-lt"/>
              </a:rPr>
              <a:t>en las observaciones sobre el mundo” </a:t>
            </a:r>
            <a:r>
              <a:rPr lang="es-ES" sz="2000" b="1" dirty="0" smtClean="0">
                <a:latin typeface="+mj-lt"/>
              </a:rPr>
              <a:t>(</a:t>
            </a:r>
            <a:r>
              <a:rPr lang="es-ES" sz="2000" b="1" dirty="0" err="1" smtClean="0">
                <a:latin typeface="+mj-lt"/>
              </a:rPr>
              <a:t>Archenti</a:t>
            </a:r>
            <a:r>
              <a:rPr lang="es-ES" sz="2000" b="1" dirty="0" smtClean="0">
                <a:latin typeface="+mj-lt"/>
              </a:rPr>
              <a:t>) </a:t>
            </a:r>
            <a:endParaRPr lang="es-ES" sz="2000" b="1" dirty="0">
              <a:latin typeface="+mj-lt"/>
            </a:endParaRPr>
          </a:p>
          <a:p>
            <a:pPr marL="0" indent="0" algn="just">
              <a:spcBef>
                <a:spcPts val="0"/>
              </a:spcBef>
              <a:buNone/>
              <a:defRPr/>
            </a:pPr>
            <a:endParaRPr lang="es-MX" b="1" dirty="0" smtClean="0">
              <a:latin typeface="+mj-lt"/>
            </a:endParaRPr>
          </a:p>
          <a:p>
            <a:pPr marL="0" indent="0" algn="ctr">
              <a:spcBef>
                <a:spcPts val="0"/>
              </a:spcBef>
              <a:buNone/>
              <a:defRPr/>
            </a:pPr>
            <a:r>
              <a:rPr lang="es-AR" b="1" dirty="0" smtClean="0"/>
              <a:t> </a:t>
            </a:r>
          </a:p>
          <a:p>
            <a:pPr marL="0" indent="0" algn="just">
              <a:spcBef>
                <a:spcPts val="0"/>
              </a:spcBef>
              <a:buNone/>
              <a:defRPr/>
            </a:pPr>
            <a:endParaRPr lang="es-MX" b="1" dirty="0">
              <a:latin typeface="+mj-lt"/>
            </a:endParaRPr>
          </a:p>
          <a:p>
            <a:pPr marL="0" indent="0" algn="ctr">
              <a:lnSpc>
                <a:spcPct val="90000"/>
              </a:lnSpc>
              <a:buNone/>
              <a:defRPr/>
            </a:pPr>
            <a:endParaRPr lang="es-ES" b="1" dirty="0">
              <a:latin typeface="+mj-lt"/>
            </a:endParaRPr>
          </a:p>
        </p:txBody>
      </p:sp>
      <p:sp>
        <p:nvSpPr>
          <p:cNvPr id="7" name="Rectángulo 6"/>
          <p:cNvSpPr/>
          <p:nvPr/>
        </p:nvSpPr>
        <p:spPr>
          <a:xfrm>
            <a:off x="8897258" y="1669143"/>
            <a:ext cx="2540000" cy="38172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errar llave 8"/>
          <p:cNvSpPr/>
          <p:nvPr/>
        </p:nvSpPr>
        <p:spPr>
          <a:xfrm>
            <a:off x="8302171" y="1187354"/>
            <a:ext cx="420915" cy="5295333"/>
          </a:xfrm>
          <a:prstGeom prst="rightBrace">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ln w="76200">
                <a:solidFill>
                  <a:schemeClr val="tx1"/>
                </a:solidFill>
              </a:ln>
            </a:endParaRPr>
          </a:p>
        </p:txBody>
      </p:sp>
      <p:sp>
        <p:nvSpPr>
          <p:cNvPr id="12" name="Rectángulo 11"/>
          <p:cNvSpPr/>
          <p:nvPr/>
        </p:nvSpPr>
        <p:spPr>
          <a:xfrm>
            <a:off x="8723086" y="1187354"/>
            <a:ext cx="2888343" cy="5295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smtClean="0"/>
              <a:t>Presente en todo el proceso de investigación</a:t>
            </a:r>
            <a:endParaRPr lang="en-US" sz="3600" b="1" dirty="0"/>
          </a:p>
        </p:txBody>
      </p:sp>
    </p:spTree>
    <p:extLst>
      <p:ext uri="{BB962C8B-B14F-4D97-AF65-F5344CB8AC3E}">
        <p14:creationId xmlns:p14="http://schemas.microsoft.com/office/powerpoint/2010/main" val="93257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02921" y="1538514"/>
            <a:ext cx="11152266" cy="4889582"/>
          </a:xfrm>
        </p:spPr>
        <p:txBody>
          <a:bodyPr rtlCol="0">
            <a:noAutofit/>
          </a:bodyPr>
          <a:lstStyle/>
          <a:p>
            <a:pPr algn="ctr" defTabSz="457207">
              <a:defRPr/>
            </a:pPr>
            <a:endParaRPr lang="es-ES" sz="2400" dirty="0">
              <a:solidFill>
                <a:schemeClr val="tx2">
                  <a:satMod val="200000"/>
                </a:schemeClr>
              </a:solidFill>
            </a:endParaRPr>
          </a:p>
        </p:txBody>
      </p:sp>
      <p:sp>
        <p:nvSpPr>
          <p:cNvPr id="4" name="CuadroTexto 3"/>
          <p:cNvSpPr txBox="1"/>
          <p:nvPr/>
        </p:nvSpPr>
        <p:spPr>
          <a:xfrm>
            <a:off x="502920" y="533400"/>
            <a:ext cx="11152266"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3600" b="1" dirty="0" smtClean="0"/>
              <a:t>Tres criterios para la construcción del marco teórico</a:t>
            </a:r>
            <a:endParaRPr lang="en-US" sz="3600" b="1" dirty="0"/>
          </a:p>
        </p:txBody>
      </p:sp>
      <p:graphicFrame>
        <p:nvGraphicFramePr>
          <p:cNvPr id="3" name="Diagrama 2"/>
          <p:cNvGraphicFramePr/>
          <p:nvPr>
            <p:extLst>
              <p:ext uri="{D42A27DB-BD31-4B8C-83A1-F6EECF244321}">
                <p14:modId xmlns:p14="http://schemas.microsoft.com/office/powerpoint/2010/main" val="3253900562"/>
              </p:ext>
            </p:extLst>
          </p:nvPr>
        </p:nvGraphicFramePr>
        <p:xfrm>
          <a:off x="725714" y="1669144"/>
          <a:ext cx="10929472" cy="4469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1768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4457" y="449943"/>
            <a:ext cx="11234057" cy="914400"/>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ctr"/>
            <a:r>
              <a:rPr lang="es-MX" sz="3200" b="1" dirty="0" smtClean="0"/>
              <a:t>1. Pertinencia: entre </a:t>
            </a:r>
            <a:r>
              <a:rPr lang="es-MX" sz="3200" b="1" dirty="0" smtClean="0">
                <a:solidFill>
                  <a:schemeClr val="bg1"/>
                </a:solidFill>
              </a:rPr>
              <a:t>marco teórico </a:t>
            </a:r>
            <a:r>
              <a:rPr lang="es-MX" sz="3200" b="1" dirty="0" smtClean="0"/>
              <a:t>y problema de investigación</a:t>
            </a:r>
            <a:endParaRPr lang="en-US" sz="3200" b="1" dirty="0"/>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2326899445"/>
              </p:ext>
            </p:extLst>
          </p:nvPr>
        </p:nvGraphicFramePr>
        <p:xfrm>
          <a:off x="609601" y="1625600"/>
          <a:ext cx="1090022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08443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35430" y="503887"/>
            <a:ext cx="11277597" cy="468570"/>
          </a:xfrm>
          <a:ln/>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ctr"/>
            <a:r>
              <a:rPr lang="es-MX" sz="2400" b="1" dirty="0"/>
              <a:t>1. Pertinencia: entre marco teórico y problema de investigación </a:t>
            </a:r>
            <a:r>
              <a:rPr lang="es-MX" sz="2400" b="1" dirty="0" smtClean="0"/>
              <a:t> - ¿</a:t>
            </a:r>
            <a:r>
              <a:rPr lang="es-MX" sz="2400" b="1" dirty="0"/>
              <a:t>qué teorías</a:t>
            </a:r>
            <a:r>
              <a:rPr lang="es-MX" sz="2400" b="1" dirty="0" smtClean="0"/>
              <a:t>?</a:t>
            </a:r>
            <a:endParaRPr lang="en-US" sz="2400"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317880178"/>
              </p:ext>
            </p:extLst>
          </p:nvPr>
        </p:nvGraphicFramePr>
        <p:xfrm>
          <a:off x="435430" y="1128001"/>
          <a:ext cx="11277597" cy="5212080"/>
        </p:xfrm>
        <a:graphic>
          <a:graphicData uri="http://schemas.openxmlformats.org/drawingml/2006/table">
            <a:tbl>
              <a:tblPr firstRow="1" bandRow="1">
                <a:tableStyleId>{5C22544A-7EE6-4342-B048-85BDC9FD1C3A}</a:tableStyleId>
              </a:tblPr>
              <a:tblGrid>
                <a:gridCol w="1480456">
                  <a:extLst>
                    <a:ext uri="{9D8B030D-6E8A-4147-A177-3AD203B41FA5}">
                      <a16:colId xmlns:a16="http://schemas.microsoft.com/office/drawing/2014/main" val="4052855765"/>
                    </a:ext>
                  </a:extLst>
                </a:gridCol>
                <a:gridCol w="9797141">
                  <a:extLst>
                    <a:ext uri="{9D8B030D-6E8A-4147-A177-3AD203B41FA5}">
                      <a16:colId xmlns:a16="http://schemas.microsoft.com/office/drawing/2014/main" val="2335225851"/>
                    </a:ext>
                  </a:extLst>
                </a:gridCol>
              </a:tblGrid>
              <a:tr h="866907">
                <a:tc>
                  <a:txBody>
                    <a:bodyPr/>
                    <a:lstStyle/>
                    <a:p>
                      <a:r>
                        <a:rPr lang="es-MX" b="1" dirty="0" smtClean="0"/>
                        <a:t>Título</a:t>
                      </a:r>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800" b="1" kern="1200" dirty="0" smtClean="0">
                          <a:solidFill>
                            <a:schemeClr val="lt1"/>
                          </a:solidFill>
                          <a:effectLst/>
                          <a:latin typeface="+mn-lt"/>
                          <a:ea typeface="+mn-ea"/>
                          <a:cs typeface="+mn-cs"/>
                        </a:rPr>
                        <a:t>RENDIMIENTO ACADÉMICO DE LOS ESTUDIANTES DEL NIVEL SECUNDARIO EN ARGENTINA: UN ENFOQUE ECONÓMICO</a:t>
                      </a:r>
                      <a:endParaRPr lang="en-US" sz="1800" b="1" kern="1200" dirty="0" smtClean="0">
                        <a:solidFill>
                          <a:schemeClr val="lt1"/>
                        </a:solidFill>
                        <a:effectLst/>
                        <a:latin typeface="+mn-lt"/>
                        <a:ea typeface="+mn-ea"/>
                        <a:cs typeface="+mn-cs"/>
                      </a:endParaRPr>
                    </a:p>
                    <a:p>
                      <a:endParaRPr lang="en-US" dirty="0"/>
                    </a:p>
                  </a:txBody>
                  <a:tcPr/>
                </a:tc>
                <a:extLst>
                  <a:ext uri="{0D108BD9-81ED-4DB2-BD59-A6C34878D82A}">
                    <a16:rowId xmlns:a16="http://schemas.microsoft.com/office/drawing/2014/main" val="1095908971"/>
                  </a:ext>
                </a:extLst>
              </a:tr>
              <a:tr h="606835">
                <a:tc>
                  <a:txBody>
                    <a:bodyPr/>
                    <a:lstStyle/>
                    <a:p>
                      <a:r>
                        <a:rPr lang="es-MX" b="1" dirty="0" smtClean="0"/>
                        <a:t>Pregunta problema</a:t>
                      </a:r>
                      <a:endParaRPr lang="en-US" b="1" dirty="0"/>
                    </a:p>
                  </a:txBody>
                  <a:tcPr/>
                </a:tc>
                <a:tc>
                  <a:txBody>
                    <a:bodyPr/>
                    <a:lstStyle/>
                    <a:p>
                      <a:r>
                        <a:rPr lang="es-AR" sz="1800" kern="1200" dirty="0" smtClean="0">
                          <a:solidFill>
                            <a:schemeClr val="dk1"/>
                          </a:solidFill>
                          <a:effectLst/>
                          <a:latin typeface="+mn-lt"/>
                          <a:ea typeface="+mn-ea"/>
                          <a:cs typeface="+mn-cs"/>
                        </a:rPr>
                        <a:t>¿Cuáles son los </a:t>
                      </a:r>
                      <a:r>
                        <a:rPr lang="es-AR" sz="1800" b="1" kern="1200" dirty="0" smtClean="0">
                          <a:solidFill>
                            <a:schemeClr val="dk1"/>
                          </a:solidFill>
                          <a:effectLst/>
                          <a:latin typeface="+mn-lt"/>
                          <a:ea typeface="+mn-ea"/>
                          <a:cs typeface="+mn-cs"/>
                        </a:rPr>
                        <a:t>factores económicos, sociales y culturales</a:t>
                      </a:r>
                      <a:r>
                        <a:rPr lang="es-AR" sz="1800" kern="1200" dirty="0" smtClean="0">
                          <a:solidFill>
                            <a:schemeClr val="dk1"/>
                          </a:solidFill>
                          <a:effectLst/>
                          <a:latin typeface="+mn-lt"/>
                          <a:ea typeface="+mn-ea"/>
                          <a:cs typeface="+mn-cs"/>
                        </a:rPr>
                        <a:t> que influyen en el </a:t>
                      </a:r>
                      <a:r>
                        <a:rPr lang="es-AR" sz="1800" b="1" kern="1200" dirty="0" smtClean="0">
                          <a:solidFill>
                            <a:schemeClr val="dk1"/>
                          </a:solidFill>
                          <a:effectLst/>
                          <a:latin typeface="+mn-lt"/>
                          <a:ea typeface="+mn-ea"/>
                          <a:cs typeface="+mn-cs"/>
                        </a:rPr>
                        <a:t>rendimiento académico </a:t>
                      </a:r>
                      <a:r>
                        <a:rPr lang="es-AR" sz="1800" kern="1200" dirty="0" smtClean="0">
                          <a:solidFill>
                            <a:schemeClr val="dk1"/>
                          </a:solidFill>
                          <a:effectLst/>
                          <a:latin typeface="+mn-lt"/>
                          <a:ea typeface="+mn-ea"/>
                          <a:cs typeface="+mn-cs"/>
                        </a:rPr>
                        <a:t>de los estudiantes del nivel secundario en Argentina?</a:t>
                      </a:r>
                      <a:endParaRPr lang="en-US" dirty="0"/>
                    </a:p>
                  </a:txBody>
                  <a:tcPr/>
                </a:tc>
                <a:extLst>
                  <a:ext uri="{0D108BD9-81ED-4DB2-BD59-A6C34878D82A}">
                    <a16:rowId xmlns:a16="http://schemas.microsoft.com/office/drawing/2014/main" val="2524595521"/>
                  </a:ext>
                </a:extLst>
              </a:tr>
              <a:tr h="3560053">
                <a:tc>
                  <a:txBody>
                    <a:bodyPr/>
                    <a:lstStyle/>
                    <a:p>
                      <a:r>
                        <a:rPr lang="es-MX" b="1" dirty="0" smtClean="0"/>
                        <a:t>Precisión</a:t>
                      </a:r>
                      <a:r>
                        <a:rPr lang="es-MX" b="1" baseline="0" dirty="0" smtClean="0"/>
                        <a:t> y delimitación </a:t>
                      </a:r>
                      <a:r>
                        <a:rPr lang="es-MX" b="1" dirty="0" smtClean="0"/>
                        <a:t>teórica</a:t>
                      </a:r>
                      <a:r>
                        <a:rPr lang="es-MX" b="1" baseline="0" dirty="0" smtClean="0"/>
                        <a:t> del problema</a:t>
                      </a:r>
                      <a:endParaRPr lang="en-US" b="1"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s-AR" sz="1800" kern="1200" dirty="0" smtClean="0">
                          <a:solidFill>
                            <a:schemeClr val="dk1"/>
                          </a:solidFill>
                          <a:effectLst/>
                          <a:latin typeface="+mn-lt"/>
                          <a:ea typeface="+mn-ea"/>
                          <a:cs typeface="+mn-cs"/>
                        </a:rPr>
                        <a:t>“A mediados del siglo XX se introduce el concepto de </a:t>
                      </a:r>
                      <a:r>
                        <a:rPr lang="es-AR" sz="1800" b="0" kern="1200" dirty="0" smtClean="0">
                          <a:solidFill>
                            <a:schemeClr val="dk1"/>
                          </a:solidFill>
                          <a:effectLst/>
                          <a:latin typeface="+mn-lt"/>
                          <a:ea typeface="+mn-ea"/>
                          <a:cs typeface="+mn-cs"/>
                        </a:rPr>
                        <a:t>capital humano</a:t>
                      </a:r>
                      <a:r>
                        <a:rPr lang="es-AR" sz="1800" kern="1200" dirty="0" smtClean="0">
                          <a:solidFill>
                            <a:schemeClr val="dk1"/>
                          </a:solidFill>
                          <a:effectLst/>
                          <a:latin typeface="+mn-lt"/>
                          <a:ea typeface="+mn-ea"/>
                          <a:cs typeface="+mn-cs"/>
                        </a:rPr>
                        <a:t>. Con ello se hace referencia a la importancia que tiene la </a:t>
                      </a:r>
                      <a:r>
                        <a:rPr lang="es-AR" sz="1800" b="0" kern="1200" dirty="0" smtClean="0">
                          <a:solidFill>
                            <a:schemeClr val="dk1"/>
                          </a:solidFill>
                          <a:effectLst/>
                          <a:latin typeface="+mn-lt"/>
                          <a:ea typeface="+mn-ea"/>
                          <a:cs typeface="+mn-cs"/>
                        </a:rPr>
                        <a:t>formación de las personas sobre la productividad y por ende sobre el crecimiento económico. </a:t>
                      </a:r>
                      <a:r>
                        <a:rPr lang="es-AR" sz="1800" b="1" kern="1200" dirty="0" smtClean="0">
                          <a:solidFill>
                            <a:schemeClr val="dk1"/>
                          </a:solidFill>
                          <a:effectLst/>
                          <a:latin typeface="+mn-lt"/>
                          <a:ea typeface="+mn-ea"/>
                          <a:cs typeface="+mn-cs"/>
                        </a:rPr>
                        <a:t>La médula de la teoría del capital humano es que las personas invierten en sí mismas para incrementar su productividad y así obtener mayores ingresos en el futuro. </a:t>
                      </a:r>
                      <a:r>
                        <a:rPr lang="es-AR" sz="1800" kern="1200" dirty="0" smtClean="0">
                          <a:solidFill>
                            <a:schemeClr val="dk1"/>
                          </a:solidFill>
                          <a:effectLst/>
                          <a:latin typeface="+mn-lt"/>
                          <a:ea typeface="+mn-ea"/>
                          <a:cs typeface="+mn-cs"/>
                        </a:rPr>
                        <a:t>En este contexto surge entonces la </a:t>
                      </a:r>
                      <a:r>
                        <a:rPr lang="es-AR" sz="1800" b="1" kern="1200" dirty="0" smtClean="0">
                          <a:solidFill>
                            <a:schemeClr val="dk1"/>
                          </a:solidFill>
                          <a:effectLst/>
                          <a:latin typeface="+mn-lt"/>
                          <a:ea typeface="+mn-ea"/>
                          <a:cs typeface="+mn-cs"/>
                        </a:rPr>
                        <a:t>Economía de la Educación</a:t>
                      </a:r>
                      <a:r>
                        <a:rPr lang="es-AR" sz="1800" kern="1200" dirty="0" smtClean="0">
                          <a:solidFill>
                            <a:schemeClr val="dk1"/>
                          </a:solidFill>
                          <a:effectLst/>
                          <a:latin typeface="+mn-lt"/>
                          <a:ea typeface="+mn-ea"/>
                          <a:cs typeface="+mn-cs"/>
                        </a:rPr>
                        <a:t>, de la mano de autores como </a:t>
                      </a:r>
                      <a:r>
                        <a:rPr lang="es-AR" sz="1800" b="1" kern="1200" dirty="0" err="1" smtClean="0">
                          <a:solidFill>
                            <a:schemeClr val="dk1"/>
                          </a:solidFill>
                          <a:effectLst/>
                          <a:latin typeface="+mn-lt"/>
                          <a:ea typeface="+mn-ea"/>
                          <a:cs typeface="+mn-cs"/>
                        </a:rPr>
                        <a:t>Schultz</a:t>
                      </a:r>
                      <a:r>
                        <a:rPr lang="es-AR" sz="1800" kern="1200" dirty="0" smtClean="0">
                          <a:solidFill>
                            <a:schemeClr val="dk1"/>
                          </a:solidFill>
                          <a:effectLst/>
                          <a:latin typeface="+mn-lt"/>
                          <a:ea typeface="+mn-ea"/>
                          <a:cs typeface="+mn-cs"/>
                        </a:rPr>
                        <a:t>, </a:t>
                      </a:r>
                      <a:r>
                        <a:rPr lang="es-AR" sz="1800" b="1" kern="1200" dirty="0" smtClean="0">
                          <a:solidFill>
                            <a:schemeClr val="dk1"/>
                          </a:solidFill>
                          <a:effectLst/>
                          <a:latin typeface="+mn-lt"/>
                          <a:ea typeface="+mn-ea"/>
                          <a:cs typeface="+mn-cs"/>
                        </a:rPr>
                        <a:t>Denison</a:t>
                      </a:r>
                      <a:r>
                        <a:rPr lang="es-AR" sz="1800" kern="1200" dirty="0" smtClean="0">
                          <a:solidFill>
                            <a:schemeClr val="dk1"/>
                          </a:solidFill>
                          <a:effectLst/>
                          <a:latin typeface="+mn-lt"/>
                          <a:ea typeface="+mn-ea"/>
                          <a:cs typeface="+mn-cs"/>
                        </a:rPr>
                        <a:t> y </a:t>
                      </a:r>
                      <a:r>
                        <a:rPr lang="es-AR" sz="1800" b="1" kern="1200" dirty="0" smtClean="0">
                          <a:solidFill>
                            <a:schemeClr val="dk1"/>
                          </a:solidFill>
                          <a:effectLst/>
                          <a:latin typeface="+mn-lt"/>
                          <a:ea typeface="+mn-ea"/>
                          <a:cs typeface="+mn-cs"/>
                        </a:rPr>
                        <a:t>Becker</a:t>
                      </a:r>
                      <a:r>
                        <a:rPr lang="es-AR" sz="1800" kern="1200" dirty="0" smtClean="0">
                          <a:solidFill>
                            <a:schemeClr val="dk1"/>
                          </a:solidFill>
                          <a:effectLst/>
                          <a:latin typeface="+mn-lt"/>
                          <a:ea typeface="+mn-ea"/>
                          <a:cs typeface="+mn-cs"/>
                        </a:rPr>
                        <a:t>. Después del auge de esta teoría del capital humano en la década de los sesenta – setenta, ya en los años ochenta y noventa, la Economía de la Educación se encontraba consolidada.</a:t>
                      </a:r>
                      <a:r>
                        <a:rPr lang="es-AR" sz="1800" kern="1200" baseline="0" dirty="0" smtClean="0">
                          <a:solidFill>
                            <a:schemeClr val="dk1"/>
                          </a:solidFill>
                          <a:effectLst/>
                          <a:latin typeface="+mn-lt"/>
                          <a:ea typeface="+mn-ea"/>
                          <a:cs typeface="+mn-cs"/>
                        </a:rPr>
                        <a:t> […] </a:t>
                      </a:r>
                      <a:r>
                        <a:rPr lang="es-AR" sz="1800" kern="1200" dirty="0" smtClean="0">
                          <a:solidFill>
                            <a:schemeClr val="dk1"/>
                          </a:solidFill>
                          <a:effectLst/>
                          <a:latin typeface="+mn-lt"/>
                          <a:ea typeface="+mn-ea"/>
                          <a:cs typeface="+mn-cs"/>
                        </a:rPr>
                        <a:t>el que se plantea aquí es un </a:t>
                      </a:r>
                      <a:r>
                        <a:rPr lang="es-AR" sz="1800" b="1" kern="1200" dirty="0" smtClean="0">
                          <a:solidFill>
                            <a:schemeClr val="dk1"/>
                          </a:solidFill>
                          <a:effectLst/>
                          <a:latin typeface="+mn-lt"/>
                          <a:ea typeface="+mn-ea"/>
                          <a:cs typeface="+mn-cs"/>
                        </a:rPr>
                        <a:t>enfoque económico</a:t>
                      </a:r>
                      <a:r>
                        <a:rPr lang="es-AR" sz="1800" kern="1200" dirty="0" smtClean="0">
                          <a:solidFill>
                            <a:schemeClr val="dk1"/>
                          </a:solidFill>
                          <a:effectLst/>
                          <a:latin typeface="+mn-lt"/>
                          <a:ea typeface="+mn-ea"/>
                          <a:cs typeface="+mn-cs"/>
                        </a:rPr>
                        <a:t>, por lo tanto, quedan fuera del análisis diversos factores que también afectan los resultados académicos y no son tenidos en cuenta. […] se decidió trabajar sobre los resultados escolares de estudiantes del nivel secundario y sus factores explicativos, desde el punto de vista económico […] porque en la Ley de Educación Nacional 26.206, sancionada en 2006 […] se incorpora la Educación Secundaria como obligatoria en todo el país.”</a:t>
                      </a:r>
                      <a:endParaRPr lang="en-US" sz="1800" kern="1200" dirty="0" smtClean="0">
                        <a:solidFill>
                          <a:schemeClr val="dk1"/>
                        </a:solidFill>
                        <a:effectLst/>
                        <a:latin typeface="+mn-lt"/>
                        <a:ea typeface="+mn-ea"/>
                        <a:cs typeface="+mn-cs"/>
                      </a:endParaRPr>
                    </a:p>
                    <a:p>
                      <a:endParaRPr lang="en-US" dirty="0"/>
                    </a:p>
                  </a:txBody>
                  <a:tcPr/>
                </a:tc>
                <a:extLst>
                  <a:ext uri="{0D108BD9-81ED-4DB2-BD59-A6C34878D82A}">
                    <a16:rowId xmlns:a16="http://schemas.microsoft.com/office/drawing/2014/main" val="491334056"/>
                  </a:ext>
                </a:extLst>
              </a:tr>
            </a:tbl>
          </a:graphicData>
        </a:graphic>
      </p:graphicFrame>
    </p:spTree>
    <p:extLst>
      <p:ext uri="{BB962C8B-B14F-4D97-AF65-F5344CB8AC3E}">
        <p14:creationId xmlns:p14="http://schemas.microsoft.com/office/powerpoint/2010/main" val="40735292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008913" y="1233714"/>
            <a:ext cx="5646273" cy="2554515"/>
          </a:xfrm>
        </p:spPr>
        <p:style>
          <a:lnRef idx="2">
            <a:schemeClr val="accent2"/>
          </a:lnRef>
          <a:fillRef idx="1">
            <a:schemeClr val="lt1"/>
          </a:fillRef>
          <a:effectRef idx="0">
            <a:schemeClr val="accent2"/>
          </a:effectRef>
          <a:fontRef idx="minor">
            <a:schemeClr val="dk1"/>
          </a:fontRef>
        </p:style>
        <p:txBody>
          <a:bodyPr rtlCol="0">
            <a:noAutofit/>
          </a:bodyPr>
          <a:lstStyle/>
          <a:p>
            <a:pPr algn="ctr" defTabSz="457207">
              <a:defRPr/>
            </a:pPr>
            <a:r>
              <a:rPr lang="es-MX" sz="2800" b="1" dirty="0" smtClean="0">
                <a:solidFill>
                  <a:schemeClr val="tx1"/>
                </a:solidFill>
              </a:rPr>
              <a:t/>
            </a:r>
            <a:br>
              <a:rPr lang="es-MX" sz="2800" b="1" dirty="0" smtClean="0">
                <a:solidFill>
                  <a:schemeClr val="tx1"/>
                </a:solidFill>
              </a:rPr>
            </a:br>
            <a:r>
              <a:rPr lang="es-MX" sz="2800" b="1" dirty="0">
                <a:solidFill>
                  <a:schemeClr val="tx1"/>
                </a:solidFill>
              </a:rPr>
              <a:t/>
            </a:r>
            <a:br>
              <a:rPr lang="es-MX" sz="2800" b="1" dirty="0">
                <a:solidFill>
                  <a:schemeClr val="tx1"/>
                </a:solidFill>
              </a:rPr>
            </a:br>
            <a:r>
              <a:rPr lang="es-MX" sz="2800" b="1" dirty="0" smtClean="0">
                <a:solidFill>
                  <a:schemeClr val="tx1"/>
                </a:solidFill>
              </a:rPr>
              <a:t/>
            </a:r>
            <a:br>
              <a:rPr lang="es-MX" sz="2800" b="1" dirty="0" smtClean="0">
                <a:solidFill>
                  <a:schemeClr val="tx1"/>
                </a:solidFill>
              </a:rPr>
            </a:br>
            <a:r>
              <a:rPr lang="es-MX" sz="2800" b="1" dirty="0" smtClean="0">
                <a:solidFill>
                  <a:schemeClr val="tx1"/>
                </a:solidFill>
              </a:rPr>
              <a:t>Marco teórico: “constituye </a:t>
            </a:r>
            <a:r>
              <a:rPr lang="es-MX" sz="2800" b="1" dirty="0">
                <a:solidFill>
                  <a:schemeClr val="tx1"/>
                </a:solidFill>
              </a:rPr>
              <a:t>un corpus de conceptos de diferentes niveles de abstracción articulados entre sí que orientan la forma de aprehender la realidad.” (</a:t>
            </a:r>
            <a:r>
              <a:rPr lang="es-MX" sz="2800" b="1" dirty="0" err="1">
                <a:solidFill>
                  <a:schemeClr val="tx1"/>
                </a:solidFill>
              </a:rPr>
              <a:t>Sautu</a:t>
            </a:r>
            <a:r>
              <a:rPr lang="es-MX" sz="2800" b="1" dirty="0">
                <a:solidFill>
                  <a:schemeClr val="tx1"/>
                </a:solidFill>
              </a:rPr>
              <a:t>, </a:t>
            </a:r>
            <a:r>
              <a:rPr lang="es-MX" sz="2800" b="1" dirty="0" smtClean="0">
                <a:solidFill>
                  <a:schemeClr val="tx1"/>
                </a:solidFill>
              </a:rPr>
              <a:t>2010, p </a:t>
            </a:r>
            <a:r>
              <a:rPr lang="es-MX" sz="2800" b="1" dirty="0">
                <a:solidFill>
                  <a:schemeClr val="tx1"/>
                </a:solidFill>
              </a:rPr>
              <a:t>34</a:t>
            </a:r>
            <a:r>
              <a:rPr lang="es-MX" sz="2800" b="1" dirty="0" smtClean="0">
                <a:solidFill>
                  <a:schemeClr val="tx1"/>
                </a:solidFill>
              </a:rPr>
              <a:t>).</a:t>
            </a:r>
            <a:r>
              <a:rPr lang="es-MX" sz="2800" dirty="0" smtClean="0">
                <a:solidFill>
                  <a:schemeClr val="tx1"/>
                </a:solidFill>
              </a:rPr>
              <a:t/>
            </a:r>
            <a:br>
              <a:rPr lang="es-MX" sz="2800" dirty="0" smtClean="0">
                <a:solidFill>
                  <a:schemeClr val="tx1"/>
                </a:solidFill>
              </a:rPr>
            </a:br>
            <a:r>
              <a:rPr lang="es-MX" sz="2800" dirty="0">
                <a:solidFill>
                  <a:schemeClr val="tx2">
                    <a:satMod val="200000"/>
                  </a:schemeClr>
                </a:solidFill>
              </a:rPr>
              <a:t/>
            </a:r>
            <a:br>
              <a:rPr lang="es-MX" sz="2800" dirty="0">
                <a:solidFill>
                  <a:schemeClr val="tx2">
                    <a:satMod val="200000"/>
                  </a:schemeClr>
                </a:solidFill>
              </a:rPr>
            </a:br>
            <a:r>
              <a:rPr lang="es-MX" sz="2400" dirty="0">
                <a:solidFill>
                  <a:schemeClr val="tx2">
                    <a:satMod val="200000"/>
                  </a:schemeClr>
                </a:solidFill>
              </a:rPr>
              <a:t/>
            </a:r>
            <a:br>
              <a:rPr lang="es-MX" sz="2400" dirty="0">
                <a:solidFill>
                  <a:schemeClr val="tx2">
                    <a:satMod val="200000"/>
                  </a:schemeClr>
                </a:solidFill>
              </a:rPr>
            </a:br>
            <a:endParaRPr lang="es-ES" sz="2400" dirty="0">
              <a:solidFill>
                <a:schemeClr val="tx2">
                  <a:satMod val="200000"/>
                </a:schemeClr>
              </a:solidFill>
            </a:endParaRPr>
          </a:p>
        </p:txBody>
      </p:sp>
      <p:graphicFrame>
        <p:nvGraphicFramePr>
          <p:cNvPr id="2" name="Diagrama 1"/>
          <p:cNvGraphicFramePr/>
          <p:nvPr>
            <p:extLst>
              <p:ext uri="{D42A27DB-BD31-4B8C-83A1-F6EECF244321}">
                <p14:modId xmlns:p14="http://schemas.microsoft.com/office/powerpoint/2010/main" val="309691961"/>
              </p:ext>
            </p:extLst>
          </p:nvPr>
        </p:nvGraphicFramePr>
        <p:xfrm>
          <a:off x="832513" y="1746913"/>
          <a:ext cx="5394116" cy="46811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p:cNvSpPr txBox="1"/>
          <p:nvPr/>
        </p:nvSpPr>
        <p:spPr>
          <a:xfrm>
            <a:off x="502920" y="533400"/>
            <a:ext cx="11152266"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s-MX" sz="2400" b="1" dirty="0" smtClean="0"/>
              <a:t>2. </a:t>
            </a:r>
            <a:r>
              <a:rPr lang="es-MX" sz="2400" b="1" dirty="0"/>
              <a:t>S</a:t>
            </a:r>
            <a:r>
              <a:rPr lang="es-MX" sz="2400" b="1" dirty="0" smtClean="0"/>
              <a:t>uficiencia: dar cuenta del problema de investigación (“que no falte nada”) </a:t>
            </a:r>
            <a:endParaRPr lang="en-US" sz="2400" b="1" dirty="0"/>
          </a:p>
        </p:txBody>
      </p:sp>
      <p:sp>
        <p:nvSpPr>
          <p:cNvPr id="3" name="CuadroTexto 2"/>
          <p:cNvSpPr txBox="1"/>
          <p:nvPr/>
        </p:nvSpPr>
        <p:spPr>
          <a:xfrm>
            <a:off x="6066970" y="4801335"/>
            <a:ext cx="5530158" cy="150810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s-MX" dirty="0" smtClean="0"/>
          </a:p>
          <a:p>
            <a:pPr algn="ctr"/>
            <a:r>
              <a:rPr lang="es-MX" sz="2800" b="1" dirty="0" smtClean="0">
                <a:solidFill>
                  <a:schemeClr val="tx1"/>
                </a:solidFill>
              </a:rPr>
              <a:t>Explicitar los tres niveles de abstracción de la teoría</a:t>
            </a:r>
          </a:p>
          <a:p>
            <a:endParaRPr lang="en-US" dirty="0"/>
          </a:p>
        </p:txBody>
      </p:sp>
      <p:sp>
        <p:nvSpPr>
          <p:cNvPr id="5" name="Flecha abajo 4"/>
          <p:cNvSpPr/>
          <p:nvPr/>
        </p:nvSpPr>
        <p:spPr>
          <a:xfrm>
            <a:off x="8432800" y="4049487"/>
            <a:ext cx="1161143" cy="6331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0140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noChangeArrowheads="1"/>
          </p:cNvSpPr>
          <p:nvPr>
            <p:ph type="title"/>
          </p:nvPr>
        </p:nvSpPr>
        <p:spPr>
          <a:xfrm>
            <a:off x="624114" y="491319"/>
            <a:ext cx="10972800" cy="982639"/>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eaLnBrk="1" hangingPunct="1"/>
            <a:r>
              <a:rPr lang="es-ES" altLang="es-ES" dirty="0" smtClean="0"/>
              <a:t>2. Suficiencia - Niveles de abstracción de la teoría</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821454716"/>
              </p:ext>
            </p:extLst>
          </p:nvPr>
        </p:nvGraphicFramePr>
        <p:xfrm>
          <a:off x="783771" y="1596571"/>
          <a:ext cx="10609943" cy="4804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97384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noChangeArrowheads="1"/>
          </p:cNvSpPr>
          <p:nvPr>
            <p:ph type="title"/>
          </p:nvPr>
        </p:nvSpPr>
        <p:spPr>
          <a:xfrm>
            <a:off x="435428" y="420915"/>
            <a:ext cx="11263085" cy="827314"/>
          </a:xfrm>
        </p:spPr>
        <p:txBody>
          <a:bodyPr>
            <a:noAutofit/>
          </a:bodyPr>
          <a:lstStyle/>
          <a:p>
            <a:r>
              <a:rPr lang="es-MX" altLang="es-ES" sz="2400" dirty="0" smtClean="0">
                <a:sym typeface="Arial"/>
              </a:rPr>
              <a:t>Título de la investigación: </a:t>
            </a:r>
            <a:r>
              <a:rPr lang="es-AR" sz="2400" b="1" dirty="0"/>
              <a:t>Clima organizacional y satisfacción laboral en </a:t>
            </a:r>
            <a:r>
              <a:rPr lang="es-AR" sz="2400" b="1" dirty="0" smtClean="0"/>
              <a:t>empresas (LA)</a:t>
            </a:r>
            <a:r>
              <a:rPr lang="es-AR" sz="2400" b="1" dirty="0"/>
              <a:t/>
            </a:r>
            <a:br>
              <a:rPr lang="es-AR" sz="2400" b="1" dirty="0"/>
            </a:br>
            <a:endParaRPr lang="es-ES" altLang="es-ES" sz="2400" dirty="0" smtClean="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715176219"/>
              </p:ext>
            </p:extLst>
          </p:nvPr>
        </p:nvGraphicFramePr>
        <p:xfrm>
          <a:off x="1523999" y="1248229"/>
          <a:ext cx="10174513" cy="46808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276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style>
          <a:lnRef idx="2">
            <a:schemeClr val="accent6">
              <a:shade val="50000"/>
            </a:schemeClr>
          </a:lnRef>
          <a:fillRef idx="1">
            <a:schemeClr val="accent6"/>
          </a:fillRef>
          <a:effectRef idx="0">
            <a:schemeClr val="accent6"/>
          </a:effectRef>
          <a:fontRef idx="minor">
            <a:schemeClr val="lt1"/>
          </a:fontRef>
        </p:style>
        <p:txBody>
          <a:bodyPr>
            <a:normAutofit fontScale="90000"/>
          </a:bodyPr>
          <a:lstStyle/>
          <a:p>
            <a:r>
              <a:rPr lang="es-MX" dirty="0" smtClean="0"/>
              <a:t>3. Jerarquización – ¿Cómo ordenar el marco teórico?</a:t>
            </a:r>
            <a:endParaRPr lang="en-US" dirty="0"/>
          </a:p>
        </p:txBody>
      </p:sp>
      <p:sp>
        <p:nvSpPr>
          <p:cNvPr id="3" name="Marcador de contenido 2"/>
          <p:cNvSpPr>
            <a:spLocks noGrp="1"/>
          </p:cNvSpPr>
          <p:nvPr>
            <p:ph idx="1"/>
          </p:nvPr>
        </p:nvSpPr>
        <p:spPr/>
        <p:txBody>
          <a:bodyPr>
            <a:normAutofit/>
          </a:bodyPr>
          <a:lstStyle/>
          <a:p>
            <a:endParaRPr lang="es-MX" sz="3600" dirty="0" smtClean="0"/>
          </a:p>
          <a:p>
            <a:r>
              <a:rPr lang="es-MX" sz="3600" dirty="0" smtClean="0"/>
              <a:t>Teorías ordenadas de lo general a lo particular.</a:t>
            </a:r>
          </a:p>
          <a:p>
            <a:r>
              <a:rPr lang="es-MX" sz="3600" dirty="0" smtClean="0"/>
              <a:t> Secuencia coherente: “Un buen marco teórico es como una historia bien contada: cada cosa se sigue de la anterior …” (</a:t>
            </a:r>
            <a:r>
              <a:rPr lang="es-MX" sz="3600" dirty="0" err="1" smtClean="0"/>
              <a:t>Bassi</a:t>
            </a:r>
            <a:r>
              <a:rPr lang="es-MX" sz="3600" dirty="0" smtClean="0"/>
              <a:t>, 2015, p. 356)</a:t>
            </a:r>
            <a:endParaRPr lang="en-US" sz="3600" dirty="0"/>
          </a:p>
        </p:txBody>
      </p:sp>
    </p:spTree>
    <p:extLst>
      <p:ext uri="{BB962C8B-B14F-4D97-AF65-F5344CB8AC3E}">
        <p14:creationId xmlns:p14="http://schemas.microsoft.com/office/powerpoint/2010/main" val="266327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5087" y="435430"/>
            <a:ext cx="11030856" cy="551541"/>
          </a:xfrm>
        </p:spPr>
        <p:style>
          <a:lnRef idx="2">
            <a:schemeClr val="accent6">
              <a:shade val="50000"/>
            </a:schemeClr>
          </a:lnRef>
          <a:fillRef idx="1">
            <a:schemeClr val="accent6"/>
          </a:fillRef>
          <a:effectRef idx="0">
            <a:schemeClr val="accent6"/>
          </a:effectRef>
          <a:fontRef idx="minor">
            <a:schemeClr val="lt1"/>
          </a:fontRef>
        </p:style>
        <p:txBody>
          <a:bodyPr>
            <a:normAutofit/>
          </a:bodyPr>
          <a:lstStyle/>
          <a:p>
            <a:r>
              <a:rPr lang="es-MX" sz="2800" b="1" dirty="0"/>
              <a:t>3. Jerarquización – </a:t>
            </a:r>
            <a:r>
              <a:rPr lang="es-MX" sz="2800" b="1" dirty="0" smtClean="0"/>
              <a:t>historia bien contada de lo general a lo particular.</a:t>
            </a:r>
            <a:endParaRPr lang="en-US" sz="2800" b="1" dirty="0"/>
          </a:p>
        </p:txBody>
      </p:sp>
      <p:sp>
        <p:nvSpPr>
          <p:cNvPr id="3" name="Marcador de contenido 2"/>
          <p:cNvSpPr>
            <a:spLocks noGrp="1"/>
          </p:cNvSpPr>
          <p:nvPr>
            <p:ph idx="1"/>
          </p:nvPr>
        </p:nvSpPr>
        <p:spPr>
          <a:xfrm>
            <a:off x="595087" y="1146629"/>
            <a:ext cx="10014856" cy="5384800"/>
          </a:xfrm>
        </p:spPr>
        <p:txBody>
          <a:bodyPr>
            <a:noAutofit/>
          </a:bodyPr>
          <a:lstStyle/>
          <a:p>
            <a:pPr marL="0" indent="0" algn="just">
              <a:lnSpc>
                <a:spcPct val="150000"/>
              </a:lnSpc>
              <a:spcBef>
                <a:spcPts val="0"/>
              </a:spcBef>
              <a:buNone/>
            </a:pPr>
            <a:r>
              <a:rPr lang="es-MX" dirty="0" smtClean="0"/>
              <a:t>“Existen </a:t>
            </a:r>
            <a:r>
              <a:rPr lang="es-MX" dirty="0"/>
              <a:t>diversas </a:t>
            </a:r>
            <a:r>
              <a:rPr lang="es-MX" b="1" dirty="0"/>
              <a:t>definiciones de </a:t>
            </a:r>
            <a:r>
              <a:rPr lang="es-MX" b="1" dirty="0" smtClean="0"/>
              <a:t>Economía</a:t>
            </a:r>
            <a:r>
              <a:rPr lang="es-MX" dirty="0"/>
              <a:t> </a:t>
            </a:r>
            <a:r>
              <a:rPr lang="es-MX" dirty="0" smtClean="0"/>
              <a:t>[…] Lionel </a:t>
            </a:r>
            <a:r>
              <a:rPr lang="es-MX" dirty="0" err="1"/>
              <a:t>Robbins</a:t>
            </a:r>
            <a:r>
              <a:rPr lang="es-MX" dirty="0"/>
              <a:t> en 1932 propuso que “la Economía es la ciencia que </a:t>
            </a:r>
            <a:r>
              <a:rPr lang="es-MX" b="1" dirty="0"/>
              <a:t>analiza el comportamiento humano como la relación entre unos fines dados y medios escasos que tienen usos alternativos</a:t>
            </a:r>
            <a:r>
              <a:rPr lang="es-MX" dirty="0"/>
              <a:t>”. Asimismo, </a:t>
            </a:r>
            <a:r>
              <a:rPr lang="es-MX" dirty="0" err="1" smtClean="0"/>
              <a:t>Samuelson</a:t>
            </a:r>
            <a:r>
              <a:rPr lang="es-MX" dirty="0" smtClean="0"/>
              <a:t> y </a:t>
            </a:r>
            <a:r>
              <a:rPr lang="es-MX" dirty="0" err="1"/>
              <a:t>Nordhaus</a:t>
            </a:r>
            <a:r>
              <a:rPr lang="es-MX" dirty="0"/>
              <a:t> (2006) explican que “Economía es el estudio de </a:t>
            </a:r>
            <a:r>
              <a:rPr lang="es-MX" b="1" dirty="0"/>
              <a:t>cómo las sociedades utilizan los recursos escasos para producir bienes valiosos y distribuirlos entre diferentes personas</a:t>
            </a:r>
            <a:r>
              <a:rPr lang="es-MX" dirty="0"/>
              <a:t>" (p. 4). A partir de las definiciones anteriores, se observa la naturaleza social de la economía. Además, es posible vislumbrar que una característica esencial de esta disciplina es la escasez. Entonces de ella se deriva el problema económico fundamental: existen múltiples e ilimitadas necesidades, pero sólo hay factores limitados para satisfacerlas. Dentro de esta ciencia social, se engloban </a:t>
            </a:r>
            <a:r>
              <a:rPr lang="es-MX" b="1" dirty="0"/>
              <a:t>diversas ramas</a:t>
            </a:r>
            <a:r>
              <a:rPr lang="es-MX" dirty="0"/>
              <a:t>. Una de ellas es la </a:t>
            </a:r>
            <a:r>
              <a:rPr lang="es-MX" b="1" dirty="0"/>
              <a:t>Economía Aplicada</a:t>
            </a:r>
            <a:r>
              <a:rPr lang="es-MX" dirty="0"/>
              <a:t>, que hace referencia a la </a:t>
            </a:r>
            <a:r>
              <a:rPr lang="es-MX" b="1" dirty="0"/>
              <a:t>Teoría Económica aplicada o utilizada en entornos específicos</a:t>
            </a:r>
            <a:r>
              <a:rPr lang="es-MX" dirty="0"/>
              <a:t>. Uno de los temas que pueden hallarse en esta categoría es la </a:t>
            </a:r>
            <a:r>
              <a:rPr lang="es-MX" b="1" dirty="0"/>
              <a:t>Economía de la </a:t>
            </a:r>
            <a:r>
              <a:rPr lang="es-MX" b="1" dirty="0" smtClean="0"/>
              <a:t>Educación</a:t>
            </a:r>
            <a:r>
              <a:rPr lang="es-MX" b="1" dirty="0"/>
              <a:t> </a:t>
            </a:r>
            <a:r>
              <a:rPr lang="es-MX" dirty="0" smtClean="0"/>
              <a:t>[…]”</a:t>
            </a:r>
          </a:p>
          <a:p>
            <a:pPr marL="0" indent="0" algn="just">
              <a:lnSpc>
                <a:spcPct val="150000"/>
              </a:lnSpc>
              <a:spcBef>
                <a:spcPts val="0"/>
              </a:spcBef>
              <a:buNone/>
            </a:pPr>
            <a:endParaRPr lang="es-MX" dirty="0" smtClean="0"/>
          </a:p>
          <a:p>
            <a:pPr marL="0" indent="0" algn="r">
              <a:spcBef>
                <a:spcPts val="0"/>
              </a:spcBef>
              <a:buNone/>
            </a:pPr>
            <a:r>
              <a:rPr lang="es-AR" dirty="0" smtClean="0"/>
              <a:t>(Rendimiento académico de los estudiantes del nivel secundario en Argentina: un enfoque económico)</a:t>
            </a:r>
            <a:endParaRPr lang="en-US" dirty="0"/>
          </a:p>
          <a:p>
            <a:pPr marL="0" indent="0" algn="just">
              <a:lnSpc>
                <a:spcPct val="150000"/>
              </a:lnSpc>
              <a:spcBef>
                <a:spcPts val="0"/>
              </a:spcBef>
              <a:buNone/>
            </a:pPr>
            <a:endParaRPr lang="en-US" dirty="0"/>
          </a:p>
        </p:txBody>
      </p:sp>
      <p:sp>
        <p:nvSpPr>
          <p:cNvPr id="4" name="Flecha abajo 3"/>
          <p:cNvSpPr/>
          <p:nvPr/>
        </p:nvSpPr>
        <p:spPr>
          <a:xfrm>
            <a:off x="10813142" y="1335314"/>
            <a:ext cx="682172" cy="46445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01852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66057" y="642594"/>
            <a:ext cx="11016343" cy="605635"/>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s-MX" b="1" dirty="0" smtClean="0"/>
              <a:t>El marco teórico debe proponer …</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919659854"/>
              </p:ext>
            </p:extLst>
          </p:nvPr>
        </p:nvGraphicFramePr>
        <p:xfrm>
          <a:off x="566057" y="1248229"/>
          <a:ext cx="11117943" cy="5196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49372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881406"/>
          </a:xfrm>
        </p:spPr>
        <p:txBody>
          <a:bodyPr>
            <a:normAutofit/>
          </a:bodyPr>
          <a:lstStyle/>
          <a:p>
            <a:r>
              <a:rPr lang="es-MX" dirty="0" smtClean="0"/>
              <a:t> A modo de cierre …</a:t>
            </a:r>
            <a:endParaRPr lang="en-US" dirty="0"/>
          </a:p>
        </p:txBody>
      </p:sp>
      <p:sp>
        <p:nvSpPr>
          <p:cNvPr id="3" name="Marcador de contenido 2"/>
          <p:cNvSpPr>
            <a:spLocks noGrp="1"/>
          </p:cNvSpPr>
          <p:nvPr>
            <p:ph idx="1"/>
          </p:nvPr>
        </p:nvSpPr>
        <p:spPr>
          <a:xfrm>
            <a:off x="870857" y="1640113"/>
            <a:ext cx="10566400" cy="4717143"/>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s-MX" sz="2400" b="1" dirty="0" smtClean="0"/>
              <a:t>RECORDAR: </a:t>
            </a:r>
          </a:p>
          <a:p>
            <a:pPr marL="0" indent="0">
              <a:buNone/>
            </a:pPr>
            <a:r>
              <a:rPr lang="es-MX" sz="2400" b="1" dirty="0" smtClean="0"/>
              <a:t>- Que la metodología de la investigación es la posibilidad de encontrar la </a:t>
            </a:r>
            <a:r>
              <a:rPr lang="es-MX" sz="2400" b="1" dirty="0">
                <a:solidFill>
                  <a:srgbClr val="C00000"/>
                </a:solidFill>
              </a:rPr>
              <a:t>propia voz</a:t>
            </a:r>
          </a:p>
          <a:p>
            <a:pPr>
              <a:buFontTx/>
              <a:buChar char="-"/>
            </a:pPr>
            <a:r>
              <a:rPr lang="es-MX" sz="2400" b="1" dirty="0" smtClean="0"/>
              <a:t>Reconocer los propios supuestos permite </a:t>
            </a:r>
            <a:r>
              <a:rPr lang="es-MX" sz="2400" b="1" dirty="0" smtClean="0">
                <a:solidFill>
                  <a:srgbClr val="C00000"/>
                </a:solidFill>
              </a:rPr>
              <a:t>asumir una posición autónoma.</a:t>
            </a:r>
          </a:p>
          <a:p>
            <a:pPr>
              <a:buFontTx/>
              <a:buChar char="-"/>
            </a:pPr>
            <a:r>
              <a:rPr lang="es-MX" sz="2400" b="1" dirty="0" smtClean="0"/>
              <a:t>Precisar los niveles de abstracción del cada proceso de investigación permite mayor </a:t>
            </a:r>
            <a:r>
              <a:rPr lang="es-MX" sz="2400" b="1" dirty="0" smtClean="0">
                <a:solidFill>
                  <a:srgbClr val="C00000"/>
                </a:solidFill>
              </a:rPr>
              <a:t>precisión y claridad.</a:t>
            </a:r>
            <a:endParaRPr lang="es-MX" sz="2400" b="1" dirty="0" smtClean="0"/>
          </a:p>
          <a:p>
            <a:pPr>
              <a:buFontTx/>
              <a:buChar char="-"/>
            </a:pPr>
            <a:r>
              <a:rPr lang="es-MX" sz="2400" b="1" dirty="0" smtClean="0"/>
              <a:t>Construir un marco teórico coherente con las convicciones epistemológicas y disciplinares, nos convierte en </a:t>
            </a:r>
            <a:r>
              <a:rPr lang="es-MX" sz="2400" b="1" dirty="0" smtClean="0">
                <a:solidFill>
                  <a:srgbClr val="C00000"/>
                </a:solidFill>
              </a:rPr>
              <a:t>productores de conocimientos </a:t>
            </a:r>
            <a:r>
              <a:rPr lang="es-MX" sz="2400" b="1" dirty="0" smtClean="0"/>
              <a:t>y no ya meros reproductores.</a:t>
            </a:r>
            <a:endParaRPr lang="en-US" sz="2400" b="1" dirty="0"/>
          </a:p>
        </p:txBody>
      </p:sp>
    </p:spTree>
    <p:extLst>
      <p:ext uri="{BB962C8B-B14F-4D97-AF65-F5344CB8AC3E}">
        <p14:creationId xmlns:p14="http://schemas.microsoft.com/office/powerpoint/2010/main" val="5105259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Bibliografía utilizada </a:t>
            </a:r>
            <a:endParaRPr lang="en-US" dirty="0"/>
          </a:p>
        </p:txBody>
      </p:sp>
      <p:sp>
        <p:nvSpPr>
          <p:cNvPr id="3" name="Marcador de contenido 2"/>
          <p:cNvSpPr>
            <a:spLocks noGrp="1"/>
          </p:cNvSpPr>
          <p:nvPr>
            <p:ph idx="1"/>
          </p:nvPr>
        </p:nvSpPr>
        <p:spPr>
          <a:xfrm>
            <a:off x="1066800" y="1843314"/>
            <a:ext cx="10058400" cy="4191726"/>
          </a:xfrm>
        </p:spPr>
        <p:txBody>
          <a:bodyPr>
            <a:normAutofit/>
          </a:bodyPr>
          <a:lstStyle/>
          <a:p>
            <a:pPr marL="0" indent="0">
              <a:buNone/>
            </a:pPr>
            <a:r>
              <a:rPr lang="es-AR" dirty="0" smtClean="0"/>
              <a:t>Bibliografía obligatoria:</a:t>
            </a:r>
          </a:p>
          <a:p>
            <a:r>
              <a:rPr lang="es-MX" dirty="0" err="1" smtClean="0"/>
              <a:t>Bassi</a:t>
            </a:r>
            <a:r>
              <a:rPr lang="es-MX" dirty="0" smtClean="0"/>
              <a:t>, </a:t>
            </a:r>
            <a:r>
              <a:rPr lang="es-MX" dirty="0"/>
              <a:t>Javier (2015) </a:t>
            </a:r>
            <a:r>
              <a:rPr lang="es-MX" i="1" dirty="0"/>
              <a:t>Formulación de proyectos de tesis en ciencias sociales. Manual </a:t>
            </a:r>
            <a:r>
              <a:rPr lang="es-MX" i="1" dirty="0" smtClean="0"/>
              <a:t>de supervivencia </a:t>
            </a:r>
            <a:r>
              <a:rPr lang="es-MX" i="1" dirty="0"/>
              <a:t>para estudiantes de pre- y posgrado</a:t>
            </a:r>
            <a:r>
              <a:rPr lang="es-MX" dirty="0"/>
              <a:t>. Santiago de Chile, El Buen </a:t>
            </a:r>
            <a:r>
              <a:rPr lang="es-MX" dirty="0" smtClean="0"/>
              <a:t>Aire. </a:t>
            </a:r>
            <a:r>
              <a:rPr lang="es-MX" dirty="0"/>
              <a:t>(Apartado </a:t>
            </a:r>
            <a:r>
              <a:rPr lang="es-MX" dirty="0" smtClean="0"/>
              <a:t>B2.11</a:t>
            </a:r>
            <a:r>
              <a:rPr lang="es-MX" dirty="0"/>
              <a:t>. El marco teórico, pp. 346 – 369</a:t>
            </a:r>
            <a:r>
              <a:rPr lang="es-MX" dirty="0" smtClean="0"/>
              <a:t>).</a:t>
            </a:r>
          </a:p>
          <a:p>
            <a:endParaRPr lang="es-MX" dirty="0"/>
          </a:p>
          <a:p>
            <a:pPr marL="0" indent="0">
              <a:buNone/>
            </a:pPr>
            <a:r>
              <a:rPr lang="es-MX" smtClean="0"/>
              <a:t>Bibliografía complementaria: </a:t>
            </a:r>
            <a:endParaRPr lang="es-MX" dirty="0" smtClean="0"/>
          </a:p>
          <a:p>
            <a:r>
              <a:rPr lang="es-MX" dirty="0" err="1" smtClean="0"/>
              <a:t>Marradi</a:t>
            </a:r>
            <a:r>
              <a:rPr lang="es-MX" dirty="0"/>
              <a:t>, Alberto, </a:t>
            </a:r>
            <a:r>
              <a:rPr lang="es-MX" dirty="0" err="1"/>
              <a:t>Archenti</a:t>
            </a:r>
            <a:r>
              <a:rPr lang="es-MX" dirty="0"/>
              <a:t>, Nélida y </a:t>
            </a:r>
            <a:r>
              <a:rPr lang="es-MX" dirty="0" err="1"/>
              <a:t>Piovani</a:t>
            </a:r>
            <a:r>
              <a:rPr lang="es-MX" dirty="0"/>
              <a:t>, Juan I. (2018). Manual de metodología de las </a:t>
            </a:r>
            <a:r>
              <a:rPr lang="es-MX" dirty="0" smtClean="0"/>
              <a:t>ciencias sociales</a:t>
            </a:r>
            <a:r>
              <a:rPr lang="es-MX" dirty="0"/>
              <a:t>. Buenos Aires, Siglo </a:t>
            </a:r>
            <a:r>
              <a:rPr lang="es-MX" dirty="0" smtClean="0"/>
              <a:t>XXI, pp. 69-79.</a:t>
            </a:r>
            <a:endParaRPr lang="es-AR" dirty="0" smtClean="0"/>
          </a:p>
          <a:p>
            <a:r>
              <a:rPr lang="es-MX" dirty="0" err="1" smtClean="0"/>
              <a:t>Sautu</a:t>
            </a:r>
            <a:r>
              <a:rPr lang="es-MX" dirty="0"/>
              <a:t>, Ruth. (2010). </a:t>
            </a:r>
            <a:r>
              <a:rPr lang="es-MX" i="1" dirty="0"/>
              <a:t>Manual de metodología</a:t>
            </a:r>
            <a:r>
              <a:rPr lang="es-MX" dirty="0"/>
              <a:t>. Buenos Aires: </a:t>
            </a:r>
            <a:r>
              <a:rPr lang="es-MX" dirty="0" smtClean="0"/>
              <a:t>Prometeo, pp. 25-35.</a:t>
            </a:r>
          </a:p>
          <a:p>
            <a:pPr marL="0" indent="0">
              <a:buNone/>
            </a:pPr>
            <a:endParaRPr lang="es-MX" dirty="0"/>
          </a:p>
          <a:p>
            <a:pPr marL="0" indent="0">
              <a:buNone/>
            </a:pPr>
            <a:r>
              <a:rPr lang="es-MX" dirty="0" smtClean="0"/>
              <a:t>Tesis de grado y posgrado. Repositorio Institucional de Acceso Abierto. </a:t>
            </a:r>
            <a:r>
              <a:rPr lang="es-MX" dirty="0"/>
              <a:t>Biblioteca </a:t>
            </a:r>
            <a:r>
              <a:rPr lang="es-MX" dirty="0" smtClean="0"/>
              <a:t>Digital de la </a:t>
            </a:r>
            <a:r>
              <a:rPr lang="es-MX" dirty="0" err="1" smtClean="0"/>
              <a:t>UNCuyo</a:t>
            </a:r>
            <a:r>
              <a:rPr lang="es-MX" dirty="0" smtClean="0"/>
              <a:t>: </a:t>
            </a:r>
            <a:r>
              <a:rPr lang="es-MX" dirty="0" smtClean="0">
                <a:hlinkClick r:id="rId2"/>
              </a:rPr>
              <a:t>https</a:t>
            </a:r>
            <a:r>
              <a:rPr lang="es-MX" dirty="0">
                <a:hlinkClick r:id="rId2"/>
              </a:rPr>
              <a:t>://bdigital.uncu.edu.ar</a:t>
            </a:r>
            <a:r>
              <a:rPr lang="es-MX" dirty="0" smtClean="0">
                <a:hlinkClick r:id="rId2"/>
              </a:rPr>
              <a:t>/</a:t>
            </a:r>
            <a:endParaRPr lang="es-MX" dirty="0" smtClean="0"/>
          </a:p>
          <a:p>
            <a:pPr marL="0" indent="0">
              <a:buNone/>
            </a:pPr>
            <a:endParaRPr lang="en-US" dirty="0"/>
          </a:p>
        </p:txBody>
      </p:sp>
    </p:spTree>
    <p:extLst>
      <p:ext uri="{BB962C8B-B14F-4D97-AF65-F5344CB8AC3E}">
        <p14:creationId xmlns:p14="http://schemas.microsoft.com/office/powerpoint/2010/main" val="241268868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3513</TotalTime>
  <Words>1806</Words>
  <Application>Microsoft Office PowerPoint</Application>
  <PresentationFormat>Panorámica</PresentationFormat>
  <Paragraphs>161</Paragraphs>
  <Slides>20</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Calibri</vt:lpstr>
      <vt:lpstr>Garamond</vt:lpstr>
      <vt:lpstr>Wingdings</vt:lpstr>
      <vt:lpstr>Savon</vt:lpstr>
      <vt:lpstr>metodología de la investigación</vt:lpstr>
      <vt:lpstr>Construcción del marco teórico.  Explicitación de los supuestos teóricos de la investigación científica y de los diferentes niveles de abstracción: paradigma y teorías. </vt:lpstr>
      <vt:lpstr>Presentación de PowerPoint</vt:lpstr>
      <vt:lpstr>Piero della Francesca (1455) Anunciación</vt:lpstr>
      <vt:lpstr>El idioma analítico de John Wilkin Jorge Luis Borges</vt:lpstr>
      <vt:lpstr>¿Qué es lo que falta en estas clasificaciones?</vt:lpstr>
      <vt:lpstr>Los supuestos teóricos de la investigación:</vt:lpstr>
      <vt:lpstr>SUPUESTOS TEÓRICOS EN LA INVESTIGACIÓN</vt:lpstr>
      <vt:lpstr>¿Qué es una teoría y qué lugar ocupa en una investigación?                                                                                 </vt:lpstr>
      <vt:lpstr>Presentación de PowerPoint</vt:lpstr>
      <vt:lpstr>1. Pertinencia: entre marco teórico y problema de investigación</vt:lpstr>
      <vt:lpstr>1. Pertinencia: entre marco teórico y problema de investigación  - ¿qué teorías?</vt:lpstr>
      <vt:lpstr>   Marco teórico: “constituye un corpus de conceptos de diferentes niveles de abstracción articulados entre sí que orientan la forma de aprehender la realidad.” (Sautu, 2010, p 34).   </vt:lpstr>
      <vt:lpstr>2. Suficiencia - Niveles de abstracción de la teoría</vt:lpstr>
      <vt:lpstr>Título de la investigación: Clima organizacional y satisfacción laboral en empresas (LA) </vt:lpstr>
      <vt:lpstr>3. Jerarquización – ¿Cómo ordenar el marco teórico?</vt:lpstr>
      <vt:lpstr>3. Jerarquización – historia bien contada de lo general a lo particular.</vt:lpstr>
      <vt:lpstr>El marco teórico debe proponer …</vt:lpstr>
      <vt:lpstr> A modo de cierre …</vt:lpstr>
      <vt:lpstr>Bibliografía utilizada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 DE LA INVESTIGACIÓN II</dc:title>
  <dc:creator>Alejandra</dc:creator>
  <cp:lastModifiedBy>Autor</cp:lastModifiedBy>
  <cp:revision>193</cp:revision>
  <dcterms:created xsi:type="dcterms:W3CDTF">2021-08-30T01:49:39Z</dcterms:created>
  <dcterms:modified xsi:type="dcterms:W3CDTF">2026-04-13T16:28:47Z</dcterms:modified>
</cp:coreProperties>
</file>