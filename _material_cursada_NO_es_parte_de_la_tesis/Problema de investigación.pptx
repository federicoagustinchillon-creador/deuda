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318" r:id="rId4"/>
    <p:sldId id="320" r:id="rId5"/>
    <p:sldId id="321" r:id="rId6"/>
    <p:sldId id="278" r:id="rId7"/>
    <p:sldId id="279" r:id="rId8"/>
    <p:sldId id="281" r:id="rId9"/>
    <p:sldId id="282" r:id="rId10"/>
    <p:sldId id="316" r:id="rId11"/>
    <p:sldId id="314" r:id="rId12"/>
    <p:sldId id="317" r:id="rId13"/>
    <p:sldId id="306" r:id="rId14"/>
    <p:sldId id="307" r:id="rId15"/>
    <p:sldId id="313" r:id="rId16"/>
    <p:sldId id="324" r:id="rId17"/>
    <p:sldId id="322" r:id="rId1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CC0000"/>
    <a:srgbClr val="CC006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EBE95C-6F3E-431D-9787-1C1A7766203B}" type="doc">
      <dgm:prSet loTypeId="urn:microsoft.com/office/officeart/2005/8/layout/venn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082CB45C-20A6-4C76-9727-4972BC3056B5}">
      <dgm:prSet phldrT="[Texto]"/>
      <dgm:spPr>
        <a:solidFill>
          <a:srgbClr val="CC0066"/>
        </a:solidFill>
      </dgm:spPr>
      <dgm:t>
        <a:bodyPr/>
        <a:lstStyle/>
        <a:p>
          <a:r>
            <a:rPr lang="es-AR" dirty="0"/>
            <a:t>Ideas generales y abstractas sobre una temática </a:t>
          </a:r>
        </a:p>
      </dgm:t>
    </dgm:pt>
    <dgm:pt modelId="{2BCAFA52-1D63-4A49-8176-C0AD6031CF6C}" type="parTrans" cxnId="{02381A2B-7A6C-4282-9425-2CE6714194A7}">
      <dgm:prSet/>
      <dgm:spPr/>
      <dgm:t>
        <a:bodyPr/>
        <a:lstStyle/>
        <a:p>
          <a:endParaRPr lang="es-AR"/>
        </a:p>
      </dgm:t>
    </dgm:pt>
    <dgm:pt modelId="{8CA646F1-1E1F-4DA9-8354-5B6E8ED46ED8}" type="sibTrans" cxnId="{02381A2B-7A6C-4282-9425-2CE6714194A7}">
      <dgm:prSet/>
      <dgm:spPr/>
      <dgm:t>
        <a:bodyPr/>
        <a:lstStyle/>
        <a:p>
          <a:endParaRPr lang="es-AR"/>
        </a:p>
      </dgm:t>
    </dgm:pt>
    <dgm:pt modelId="{9B7385AD-3642-40C2-9ACF-6CC176672F40}">
      <dgm:prSet phldrT="[Texto]"/>
      <dgm:spPr>
        <a:solidFill>
          <a:srgbClr val="7030A0"/>
        </a:solidFill>
      </dgm:spPr>
      <dgm:t>
        <a:bodyPr/>
        <a:lstStyle/>
        <a:p>
          <a:r>
            <a:rPr lang="es-AR" b="1" dirty="0"/>
            <a:t>Problema de investigación</a:t>
          </a:r>
        </a:p>
        <a:p>
          <a:r>
            <a:rPr lang="es-AR" b="1" dirty="0"/>
            <a:t>Preguntas específicas</a:t>
          </a:r>
        </a:p>
      </dgm:t>
    </dgm:pt>
    <dgm:pt modelId="{D5B83912-B7DB-4BED-8B8F-6EE97415F455}" type="parTrans" cxnId="{C79757D3-C7CB-48C3-918A-26AA92FE60D1}">
      <dgm:prSet/>
      <dgm:spPr/>
      <dgm:t>
        <a:bodyPr/>
        <a:lstStyle/>
        <a:p>
          <a:endParaRPr lang="es-AR"/>
        </a:p>
      </dgm:t>
    </dgm:pt>
    <dgm:pt modelId="{F98C5498-0D6C-4438-98DE-B96693225634}" type="sibTrans" cxnId="{C79757D3-C7CB-48C3-918A-26AA92FE60D1}">
      <dgm:prSet/>
      <dgm:spPr/>
      <dgm:t>
        <a:bodyPr/>
        <a:lstStyle/>
        <a:p>
          <a:endParaRPr lang="es-AR"/>
        </a:p>
      </dgm:t>
    </dgm:pt>
    <dgm:pt modelId="{B7C09AC0-F1C1-498D-AA79-7EC8D7B117B8}">
      <dgm:prSet phldrT="[Texto]"/>
      <dgm:spPr/>
      <dgm:t>
        <a:bodyPr/>
        <a:lstStyle/>
        <a:p>
          <a:r>
            <a:rPr lang="es-AR" dirty="0"/>
            <a:t>Aspectos problemáticos</a:t>
          </a:r>
        </a:p>
      </dgm:t>
    </dgm:pt>
    <dgm:pt modelId="{36E1974D-0E17-400E-B5BF-EAFCF28867BE}" type="sibTrans" cxnId="{9357606E-8B25-4872-9C28-C8C64C37BABA}">
      <dgm:prSet/>
      <dgm:spPr/>
      <dgm:t>
        <a:bodyPr/>
        <a:lstStyle/>
        <a:p>
          <a:endParaRPr lang="es-AR"/>
        </a:p>
      </dgm:t>
    </dgm:pt>
    <dgm:pt modelId="{106D9BDB-7AD9-4295-81CD-9684957FA52F}" type="parTrans" cxnId="{9357606E-8B25-4872-9C28-C8C64C37BABA}">
      <dgm:prSet/>
      <dgm:spPr/>
      <dgm:t>
        <a:bodyPr/>
        <a:lstStyle/>
        <a:p>
          <a:endParaRPr lang="es-AR"/>
        </a:p>
      </dgm:t>
    </dgm:pt>
    <dgm:pt modelId="{1AE2EADC-4CC2-42C4-AE9A-49E853FD0A2D}">
      <dgm:prSet phldrT="[Texto]"/>
      <dgm:spPr/>
      <dgm:t>
        <a:bodyPr/>
        <a:lstStyle/>
        <a:p>
          <a:r>
            <a:rPr lang="es-AR" dirty="0"/>
            <a:t>Área temática</a:t>
          </a:r>
        </a:p>
      </dgm:t>
    </dgm:pt>
    <dgm:pt modelId="{341885B7-FAEF-44BC-B0C3-231F3379BA7F}" type="sibTrans" cxnId="{9FBC4FFE-C86A-413E-8415-AC93914BBA64}">
      <dgm:prSet/>
      <dgm:spPr/>
      <dgm:t>
        <a:bodyPr/>
        <a:lstStyle/>
        <a:p>
          <a:endParaRPr lang="es-AR"/>
        </a:p>
      </dgm:t>
    </dgm:pt>
    <dgm:pt modelId="{CB258283-815F-468D-9402-7A73B5310D75}" type="parTrans" cxnId="{9FBC4FFE-C86A-413E-8415-AC93914BBA64}">
      <dgm:prSet/>
      <dgm:spPr/>
      <dgm:t>
        <a:bodyPr/>
        <a:lstStyle/>
        <a:p>
          <a:endParaRPr lang="es-AR"/>
        </a:p>
      </dgm:t>
    </dgm:pt>
    <dgm:pt modelId="{F4852A5D-C58B-4FD3-B75F-8F038E17E454}" type="pres">
      <dgm:prSet presAssocID="{B0EBE95C-6F3E-431D-9787-1C1A7766203B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FAB66BBB-B47E-4418-BF4A-135430A1C6BD}" type="pres">
      <dgm:prSet presAssocID="{B0EBE95C-6F3E-431D-9787-1C1A7766203B}" presName="comp1" presStyleCnt="0"/>
      <dgm:spPr/>
    </dgm:pt>
    <dgm:pt modelId="{E97EF0AE-29E7-49A9-AF4B-1A48CF5B8639}" type="pres">
      <dgm:prSet presAssocID="{B0EBE95C-6F3E-431D-9787-1C1A7766203B}" presName="circle1" presStyleLbl="node1" presStyleIdx="0" presStyleCnt="4"/>
      <dgm:spPr/>
      <dgm:t>
        <a:bodyPr/>
        <a:lstStyle/>
        <a:p>
          <a:endParaRPr lang="es-ES"/>
        </a:p>
      </dgm:t>
    </dgm:pt>
    <dgm:pt modelId="{6390B84D-7F84-4BD2-BAA4-E7CA490D5780}" type="pres">
      <dgm:prSet presAssocID="{B0EBE95C-6F3E-431D-9787-1C1A7766203B}" presName="c1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FACCFC8-83F7-4D4D-8767-33F018DB670E}" type="pres">
      <dgm:prSet presAssocID="{B0EBE95C-6F3E-431D-9787-1C1A7766203B}" presName="comp2" presStyleCnt="0"/>
      <dgm:spPr/>
    </dgm:pt>
    <dgm:pt modelId="{1A2CED3D-A6D7-4D26-AEF1-13A4F007CAD0}" type="pres">
      <dgm:prSet presAssocID="{B0EBE95C-6F3E-431D-9787-1C1A7766203B}" presName="circle2" presStyleLbl="node1" presStyleIdx="1" presStyleCnt="4"/>
      <dgm:spPr/>
      <dgm:t>
        <a:bodyPr/>
        <a:lstStyle/>
        <a:p>
          <a:endParaRPr lang="es-ES"/>
        </a:p>
      </dgm:t>
    </dgm:pt>
    <dgm:pt modelId="{D6971A74-4F71-4276-AA65-7FE99B5E852D}" type="pres">
      <dgm:prSet presAssocID="{B0EBE95C-6F3E-431D-9787-1C1A7766203B}" presName="c2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9230B9B-A88C-4843-B1BA-6C6F74EE7DA1}" type="pres">
      <dgm:prSet presAssocID="{B0EBE95C-6F3E-431D-9787-1C1A7766203B}" presName="comp3" presStyleCnt="0"/>
      <dgm:spPr/>
    </dgm:pt>
    <dgm:pt modelId="{BE4C633B-0713-401E-A6E0-6A028B625AF6}" type="pres">
      <dgm:prSet presAssocID="{B0EBE95C-6F3E-431D-9787-1C1A7766203B}" presName="circle3" presStyleLbl="node1" presStyleIdx="2" presStyleCnt="4"/>
      <dgm:spPr/>
      <dgm:t>
        <a:bodyPr/>
        <a:lstStyle/>
        <a:p>
          <a:endParaRPr lang="es-ES"/>
        </a:p>
      </dgm:t>
    </dgm:pt>
    <dgm:pt modelId="{60922E80-C6BA-4DAB-B0A6-6175CB02AFFD}" type="pres">
      <dgm:prSet presAssocID="{B0EBE95C-6F3E-431D-9787-1C1A7766203B}" presName="c3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D2AEE7A-EA79-4015-86BB-3E635F59179B}" type="pres">
      <dgm:prSet presAssocID="{B0EBE95C-6F3E-431D-9787-1C1A7766203B}" presName="comp4" presStyleCnt="0"/>
      <dgm:spPr/>
    </dgm:pt>
    <dgm:pt modelId="{A85E9D15-A95E-46CC-86D4-D941A4838963}" type="pres">
      <dgm:prSet presAssocID="{B0EBE95C-6F3E-431D-9787-1C1A7766203B}" presName="circle4" presStyleLbl="node1" presStyleIdx="3" presStyleCnt="4"/>
      <dgm:spPr/>
      <dgm:t>
        <a:bodyPr/>
        <a:lstStyle/>
        <a:p>
          <a:endParaRPr lang="es-ES"/>
        </a:p>
      </dgm:t>
    </dgm:pt>
    <dgm:pt modelId="{AB4F6A2D-EBF4-4429-849C-529529E5EA8E}" type="pres">
      <dgm:prSet presAssocID="{B0EBE95C-6F3E-431D-9787-1C1A7766203B}" presName="c4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ADB328BE-0F25-433F-AEFA-76ED0491F839}" type="presOf" srcId="{B0EBE95C-6F3E-431D-9787-1C1A7766203B}" destId="{F4852A5D-C58B-4FD3-B75F-8F038E17E454}" srcOrd="0" destOrd="0" presId="urn:microsoft.com/office/officeart/2005/8/layout/venn2"/>
    <dgm:cxn modelId="{5ABBAF42-124E-4C9A-B56B-9B97CCD5441B}" type="presOf" srcId="{1AE2EADC-4CC2-42C4-AE9A-49E853FD0A2D}" destId="{1A2CED3D-A6D7-4D26-AEF1-13A4F007CAD0}" srcOrd="0" destOrd="0" presId="urn:microsoft.com/office/officeart/2005/8/layout/venn2"/>
    <dgm:cxn modelId="{880CC088-9722-4295-8E52-DC688C154734}" type="presOf" srcId="{B7C09AC0-F1C1-498D-AA79-7EC8D7B117B8}" destId="{60922E80-C6BA-4DAB-B0A6-6175CB02AFFD}" srcOrd="1" destOrd="0" presId="urn:microsoft.com/office/officeart/2005/8/layout/venn2"/>
    <dgm:cxn modelId="{9FBC4FFE-C86A-413E-8415-AC93914BBA64}" srcId="{B0EBE95C-6F3E-431D-9787-1C1A7766203B}" destId="{1AE2EADC-4CC2-42C4-AE9A-49E853FD0A2D}" srcOrd="1" destOrd="0" parTransId="{CB258283-815F-468D-9402-7A73B5310D75}" sibTransId="{341885B7-FAEF-44BC-B0C3-231F3379BA7F}"/>
    <dgm:cxn modelId="{6EAA83AE-AEF3-4637-986A-865A5746EA38}" type="presOf" srcId="{9B7385AD-3642-40C2-9ACF-6CC176672F40}" destId="{AB4F6A2D-EBF4-4429-849C-529529E5EA8E}" srcOrd="1" destOrd="0" presId="urn:microsoft.com/office/officeart/2005/8/layout/venn2"/>
    <dgm:cxn modelId="{0ADEA467-9CCF-4880-A00A-EFF01925EBD5}" type="presOf" srcId="{1AE2EADC-4CC2-42C4-AE9A-49E853FD0A2D}" destId="{D6971A74-4F71-4276-AA65-7FE99B5E852D}" srcOrd="1" destOrd="0" presId="urn:microsoft.com/office/officeart/2005/8/layout/venn2"/>
    <dgm:cxn modelId="{E0369B96-EF0D-4E0D-961C-DFBE94602EBD}" type="presOf" srcId="{B7C09AC0-F1C1-498D-AA79-7EC8D7B117B8}" destId="{BE4C633B-0713-401E-A6E0-6A028B625AF6}" srcOrd="0" destOrd="0" presId="urn:microsoft.com/office/officeart/2005/8/layout/venn2"/>
    <dgm:cxn modelId="{02381A2B-7A6C-4282-9425-2CE6714194A7}" srcId="{B0EBE95C-6F3E-431D-9787-1C1A7766203B}" destId="{082CB45C-20A6-4C76-9727-4972BC3056B5}" srcOrd="0" destOrd="0" parTransId="{2BCAFA52-1D63-4A49-8176-C0AD6031CF6C}" sibTransId="{8CA646F1-1E1F-4DA9-8354-5B6E8ED46ED8}"/>
    <dgm:cxn modelId="{671503D7-00B7-4302-A352-ED1F8838C5DF}" type="presOf" srcId="{082CB45C-20A6-4C76-9727-4972BC3056B5}" destId="{6390B84D-7F84-4BD2-BAA4-E7CA490D5780}" srcOrd="1" destOrd="0" presId="urn:microsoft.com/office/officeart/2005/8/layout/venn2"/>
    <dgm:cxn modelId="{9357606E-8B25-4872-9C28-C8C64C37BABA}" srcId="{B0EBE95C-6F3E-431D-9787-1C1A7766203B}" destId="{B7C09AC0-F1C1-498D-AA79-7EC8D7B117B8}" srcOrd="2" destOrd="0" parTransId="{106D9BDB-7AD9-4295-81CD-9684957FA52F}" sibTransId="{36E1974D-0E17-400E-B5BF-EAFCF28867BE}"/>
    <dgm:cxn modelId="{DD8C320B-5FC6-4A23-A4D4-252C7E90AEBE}" type="presOf" srcId="{082CB45C-20A6-4C76-9727-4972BC3056B5}" destId="{E97EF0AE-29E7-49A9-AF4B-1A48CF5B8639}" srcOrd="0" destOrd="0" presId="urn:microsoft.com/office/officeart/2005/8/layout/venn2"/>
    <dgm:cxn modelId="{C79757D3-C7CB-48C3-918A-26AA92FE60D1}" srcId="{B0EBE95C-6F3E-431D-9787-1C1A7766203B}" destId="{9B7385AD-3642-40C2-9ACF-6CC176672F40}" srcOrd="3" destOrd="0" parTransId="{D5B83912-B7DB-4BED-8B8F-6EE97415F455}" sibTransId="{F98C5498-0D6C-4438-98DE-B96693225634}"/>
    <dgm:cxn modelId="{83F08EC4-811F-4102-8587-A3ABE65FF372}" type="presOf" srcId="{9B7385AD-3642-40C2-9ACF-6CC176672F40}" destId="{A85E9D15-A95E-46CC-86D4-D941A4838963}" srcOrd="0" destOrd="0" presId="urn:microsoft.com/office/officeart/2005/8/layout/venn2"/>
    <dgm:cxn modelId="{2AC31E8D-3B64-4925-B343-FC5377984ABF}" type="presParOf" srcId="{F4852A5D-C58B-4FD3-B75F-8F038E17E454}" destId="{FAB66BBB-B47E-4418-BF4A-135430A1C6BD}" srcOrd="0" destOrd="0" presId="urn:microsoft.com/office/officeart/2005/8/layout/venn2"/>
    <dgm:cxn modelId="{A76A9645-BF90-4CAE-993E-693FC1A2F7D5}" type="presParOf" srcId="{FAB66BBB-B47E-4418-BF4A-135430A1C6BD}" destId="{E97EF0AE-29E7-49A9-AF4B-1A48CF5B8639}" srcOrd="0" destOrd="0" presId="urn:microsoft.com/office/officeart/2005/8/layout/venn2"/>
    <dgm:cxn modelId="{D1AF444B-54B1-464A-B121-EF0D17C16C18}" type="presParOf" srcId="{FAB66BBB-B47E-4418-BF4A-135430A1C6BD}" destId="{6390B84D-7F84-4BD2-BAA4-E7CA490D5780}" srcOrd="1" destOrd="0" presId="urn:microsoft.com/office/officeart/2005/8/layout/venn2"/>
    <dgm:cxn modelId="{8F149505-6C53-4E82-9E37-42DBCD337AFF}" type="presParOf" srcId="{F4852A5D-C58B-4FD3-B75F-8F038E17E454}" destId="{4FACCFC8-83F7-4D4D-8767-33F018DB670E}" srcOrd="1" destOrd="0" presId="urn:microsoft.com/office/officeart/2005/8/layout/venn2"/>
    <dgm:cxn modelId="{23E0246F-6136-415D-B11F-A05DB8904468}" type="presParOf" srcId="{4FACCFC8-83F7-4D4D-8767-33F018DB670E}" destId="{1A2CED3D-A6D7-4D26-AEF1-13A4F007CAD0}" srcOrd="0" destOrd="0" presId="urn:microsoft.com/office/officeart/2005/8/layout/venn2"/>
    <dgm:cxn modelId="{3B9B2135-EDF2-4F86-8AB3-3609BA5A3772}" type="presParOf" srcId="{4FACCFC8-83F7-4D4D-8767-33F018DB670E}" destId="{D6971A74-4F71-4276-AA65-7FE99B5E852D}" srcOrd="1" destOrd="0" presId="urn:microsoft.com/office/officeart/2005/8/layout/venn2"/>
    <dgm:cxn modelId="{AF8891B0-8365-4A3B-AB64-0583CFDB579D}" type="presParOf" srcId="{F4852A5D-C58B-4FD3-B75F-8F038E17E454}" destId="{A9230B9B-A88C-4843-B1BA-6C6F74EE7DA1}" srcOrd="2" destOrd="0" presId="urn:microsoft.com/office/officeart/2005/8/layout/venn2"/>
    <dgm:cxn modelId="{DB8415F1-8045-4124-B71B-EC762746C6D6}" type="presParOf" srcId="{A9230B9B-A88C-4843-B1BA-6C6F74EE7DA1}" destId="{BE4C633B-0713-401E-A6E0-6A028B625AF6}" srcOrd="0" destOrd="0" presId="urn:microsoft.com/office/officeart/2005/8/layout/venn2"/>
    <dgm:cxn modelId="{961B8003-0CEA-4BAC-A474-6AC3D8342FC5}" type="presParOf" srcId="{A9230B9B-A88C-4843-B1BA-6C6F74EE7DA1}" destId="{60922E80-C6BA-4DAB-B0A6-6175CB02AFFD}" srcOrd="1" destOrd="0" presId="urn:microsoft.com/office/officeart/2005/8/layout/venn2"/>
    <dgm:cxn modelId="{CA48DCC1-4AFC-49D0-9285-BD9AF809857D}" type="presParOf" srcId="{F4852A5D-C58B-4FD3-B75F-8F038E17E454}" destId="{9D2AEE7A-EA79-4015-86BB-3E635F59179B}" srcOrd="3" destOrd="0" presId="urn:microsoft.com/office/officeart/2005/8/layout/venn2"/>
    <dgm:cxn modelId="{0F8AE674-10A2-489A-B0B3-EB25A200F0B1}" type="presParOf" srcId="{9D2AEE7A-EA79-4015-86BB-3E635F59179B}" destId="{A85E9D15-A95E-46CC-86D4-D941A4838963}" srcOrd="0" destOrd="0" presId="urn:microsoft.com/office/officeart/2005/8/layout/venn2"/>
    <dgm:cxn modelId="{82412B4B-6997-4D62-9198-BC11645AFB71}" type="presParOf" srcId="{9D2AEE7A-EA79-4015-86BB-3E635F59179B}" destId="{AB4F6A2D-EBF4-4429-849C-529529E5EA8E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81CE47-02F3-4772-894D-C0EC1805192B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BD9985C0-0C79-4C65-926D-761995D3C03B}">
      <dgm:prSet phldrT="[Texto]" custT="1"/>
      <dgm:spPr>
        <a:solidFill>
          <a:srgbClr val="CC0099"/>
        </a:solidFill>
      </dgm:spPr>
      <dgm:t>
        <a:bodyPr/>
        <a:lstStyle/>
        <a:p>
          <a:r>
            <a:rPr lang="es-ES" sz="1800" b="1" dirty="0" smtClean="0"/>
            <a:t>IDEAS GENERALES DE INTERÉS</a:t>
          </a:r>
          <a:endParaRPr lang="es-ES" sz="1800" b="1" dirty="0"/>
        </a:p>
      </dgm:t>
    </dgm:pt>
    <dgm:pt modelId="{760022FD-3F36-4F76-A9FE-5BCB75AABBD3}" type="parTrans" cxnId="{DBF72184-D78E-4EC7-A33E-1C3C0BB3215C}">
      <dgm:prSet/>
      <dgm:spPr/>
      <dgm:t>
        <a:bodyPr/>
        <a:lstStyle/>
        <a:p>
          <a:endParaRPr lang="es-ES"/>
        </a:p>
      </dgm:t>
    </dgm:pt>
    <dgm:pt modelId="{8359213B-4F13-4543-A312-9E5FCF84F1D6}" type="sibTrans" cxnId="{DBF72184-D78E-4EC7-A33E-1C3C0BB3215C}">
      <dgm:prSet/>
      <dgm:spPr/>
      <dgm:t>
        <a:bodyPr/>
        <a:lstStyle/>
        <a:p>
          <a:endParaRPr lang="es-ES"/>
        </a:p>
      </dgm:t>
    </dgm:pt>
    <dgm:pt modelId="{D28D3FA7-7E24-4AF4-92F0-2876FBD7FDE6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ES" sz="1800" b="1" dirty="0" smtClean="0"/>
            <a:t>ÁREA TEMÁTICA II</a:t>
          </a:r>
          <a:endParaRPr lang="es-ES" sz="1800" b="1" dirty="0"/>
        </a:p>
      </dgm:t>
    </dgm:pt>
    <dgm:pt modelId="{10E53A35-53A9-4A4E-AF9C-1933C52CE86F}" type="parTrans" cxnId="{0F35FEDA-3ECC-4BD1-811F-5448CD1E5E77}">
      <dgm:prSet/>
      <dgm:spPr/>
      <dgm:t>
        <a:bodyPr/>
        <a:lstStyle/>
        <a:p>
          <a:endParaRPr lang="es-ES"/>
        </a:p>
      </dgm:t>
    </dgm:pt>
    <dgm:pt modelId="{8422BD79-05CD-432A-A36E-DF0ACDF638FC}" type="sibTrans" cxnId="{0F35FEDA-3ECC-4BD1-811F-5448CD1E5E77}">
      <dgm:prSet/>
      <dgm:spPr/>
      <dgm:t>
        <a:bodyPr/>
        <a:lstStyle/>
        <a:p>
          <a:endParaRPr lang="es-ES"/>
        </a:p>
      </dgm:t>
    </dgm:pt>
    <dgm:pt modelId="{1BDEF389-61F4-4210-8709-79D4A9E005AD}">
      <dgm:prSet phldrT="[Texto]" custT="1"/>
      <dgm:spPr>
        <a:solidFill>
          <a:srgbClr val="7030A0"/>
        </a:solidFill>
      </dgm:spPr>
      <dgm:t>
        <a:bodyPr/>
        <a:lstStyle/>
        <a:p>
          <a:endParaRPr lang="es-ES" sz="2000" b="1" dirty="0" smtClean="0"/>
        </a:p>
        <a:p>
          <a:endParaRPr lang="es-ES" sz="2000" b="1" dirty="0" smtClean="0"/>
        </a:p>
        <a:p>
          <a:endParaRPr lang="es-ES" sz="2000" b="1" dirty="0" smtClean="0"/>
        </a:p>
        <a:p>
          <a:r>
            <a:rPr lang="es-ES" sz="2000" b="1" dirty="0" err="1" smtClean="0"/>
            <a:t>Prob</a:t>
          </a:r>
          <a:r>
            <a:rPr lang="es-ES" sz="2000" b="1" dirty="0" smtClean="0"/>
            <a:t>. de inv. </a:t>
          </a:r>
        </a:p>
        <a:p>
          <a:r>
            <a:rPr lang="es-ES" sz="2000" b="1" dirty="0" smtClean="0"/>
            <a:t>I -1</a:t>
          </a:r>
        </a:p>
      </dgm:t>
    </dgm:pt>
    <dgm:pt modelId="{69750F49-1526-4AEC-A7AD-0B3E33B1DF68}" type="parTrans" cxnId="{FF1924FD-34CE-4598-83CD-29CF8B0E0FB2}">
      <dgm:prSet/>
      <dgm:spPr/>
      <dgm:t>
        <a:bodyPr/>
        <a:lstStyle/>
        <a:p>
          <a:endParaRPr lang="es-ES"/>
        </a:p>
      </dgm:t>
    </dgm:pt>
    <dgm:pt modelId="{E5F7A5BC-6CF7-439A-8254-2E25AA62E23B}" type="sibTrans" cxnId="{FF1924FD-34CE-4598-83CD-29CF8B0E0FB2}">
      <dgm:prSet/>
      <dgm:spPr/>
      <dgm:t>
        <a:bodyPr/>
        <a:lstStyle/>
        <a:p>
          <a:endParaRPr lang="es-ES"/>
        </a:p>
      </dgm:t>
    </dgm:pt>
    <dgm:pt modelId="{C9B18164-43BA-4967-AF71-76E264B72514}">
      <dgm:prSet phldrT="[Texto]" custT="1"/>
      <dgm:spPr>
        <a:solidFill>
          <a:srgbClr val="7030A0"/>
        </a:solidFill>
      </dgm:spPr>
      <dgm:t>
        <a:bodyPr/>
        <a:lstStyle/>
        <a:p>
          <a:endParaRPr lang="es-ES" sz="2000" b="1" dirty="0" smtClean="0"/>
        </a:p>
        <a:p>
          <a:endParaRPr lang="es-ES" sz="2000" b="1" dirty="0" smtClean="0"/>
        </a:p>
        <a:p>
          <a:r>
            <a:rPr lang="es-ES" sz="2000" b="1" dirty="0" err="1" smtClean="0"/>
            <a:t>Prob</a:t>
          </a:r>
          <a:r>
            <a:rPr lang="es-ES" sz="2000" b="1" dirty="0" smtClean="0"/>
            <a:t>. de inv. </a:t>
          </a:r>
        </a:p>
        <a:p>
          <a:r>
            <a:rPr lang="es-ES" sz="2000" b="1" dirty="0" smtClean="0"/>
            <a:t>I-2</a:t>
          </a:r>
          <a:endParaRPr lang="es-ES" sz="2000" dirty="0"/>
        </a:p>
      </dgm:t>
    </dgm:pt>
    <dgm:pt modelId="{0A7831EC-18A3-4529-830D-8E2971702DE6}" type="parTrans" cxnId="{9614EF7D-9C69-4314-9D75-5B41436FC69D}">
      <dgm:prSet/>
      <dgm:spPr/>
      <dgm:t>
        <a:bodyPr/>
        <a:lstStyle/>
        <a:p>
          <a:endParaRPr lang="es-ES"/>
        </a:p>
      </dgm:t>
    </dgm:pt>
    <dgm:pt modelId="{FA2DFA1D-4D19-4254-A9AF-6654048A05CA}" type="sibTrans" cxnId="{9614EF7D-9C69-4314-9D75-5B41436FC69D}">
      <dgm:prSet/>
      <dgm:spPr/>
      <dgm:t>
        <a:bodyPr/>
        <a:lstStyle/>
        <a:p>
          <a:endParaRPr lang="es-ES"/>
        </a:p>
      </dgm:t>
    </dgm:pt>
    <dgm:pt modelId="{4FEDF557-F403-4EA4-92FE-2D1141559596}">
      <dgm:prSet custT="1"/>
      <dgm:spPr>
        <a:solidFill>
          <a:srgbClr val="0070C0"/>
        </a:solidFill>
      </dgm:spPr>
      <dgm:t>
        <a:bodyPr/>
        <a:lstStyle/>
        <a:p>
          <a:r>
            <a:rPr lang="es-ES" sz="1800" b="1" dirty="0" smtClean="0"/>
            <a:t>ÁREA TEMÁTICA I</a:t>
          </a:r>
          <a:endParaRPr lang="es-ES" sz="1800" b="1" dirty="0"/>
        </a:p>
      </dgm:t>
    </dgm:pt>
    <dgm:pt modelId="{221FE3CA-A232-489F-A9D2-C1FBC4E60259}" type="parTrans" cxnId="{5776F65E-3A57-4C53-A0A4-5ACF5E440BFB}">
      <dgm:prSet/>
      <dgm:spPr/>
      <dgm:t>
        <a:bodyPr/>
        <a:lstStyle/>
        <a:p>
          <a:endParaRPr lang="es-ES"/>
        </a:p>
      </dgm:t>
    </dgm:pt>
    <dgm:pt modelId="{8D1EB70C-3B90-4BD5-9FDE-5DF587F6EC99}" type="sibTrans" cxnId="{5776F65E-3A57-4C53-A0A4-5ACF5E440BFB}">
      <dgm:prSet/>
      <dgm:spPr/>
      <dgm:t>
        <a:bodyPr/>
        <a:lstStyle/>
        <a:p>
          <a:endParaRPr lang="es-ES"/>
        </a:p>
      </dgm:t>
    </dgm:pt>
    <dgm:pt modelId="{4D755FC1-B8A6-4F66-983F-A46D0E988BF8}">
      <dgm:prSet custT="1"/>
      <dgm:spPr>
        <a:solidFill>
          <a:srgbClr val="7030A0"/>
        </a:solidFill>
      </dgm:spPr>
      <dgm:t>
        <a:bodyPr/>
        <a:lstStyle/>
        <a:p>
          <a:endParaRPr lang="es-ES" sz="2000" b="1" dirty="0" smtClean="0"/>
        </a:p>
        <a:p>
          <a:r>
            <a:rPr lang="es-ES" sz="2000" b="1" dirty="0" err="1" smtClean="0"/>
            <a:t>Prob</a:t>
          </a:r>
          <a:r>
            <a:rPr lang="es-ES" sz="2000" b="1" dirty="0" smtClean="0"/>
            <a:t>. de inv. </a:t>
          </a:r>
        </a:p>
        <a:p>
          <a:r>
            <a:rPr lang="es-ES" sz="2000" b="1" dirty="0" smtClean="0"/>
            <a:t>II - 3</a:t>
          </a:r>
          <a:endParaRPr lang="es-ES" sz="2000" dirty="0"/>
        </a:p>
      </dgm:t>
    </dgm:pt>
    <dgm:pt modelId="{AD20EFF3-C47B-4E8C-A57E-FCB53106C5B4}" type="parTrans" cxnId="{FA03FEE0-BC04-4FD7-88C5-F1E61CC42634}">
      <dgm:prSet/>
      <dgm:spPr/>
      <dgm:t>
        <a:bodyPr/>
        <a:lstStyle/>
        <a:p>
          <a:endParaRPr lang="es-ES"/>
        </a:p>
      </dgm:t>
    </dgm:pt>
    <dgm:pt modelId="{5DA7D547-CDAB-402C-A501-8271816945EA}" type="sibTrans" cxnId="{FA03FEE0-BC04-4FD7-88C5-F1E61CC42634}">
      <dgm:prSet/>
      <dgm:spPr/>
      <dgm:t>
        <a:bodyPr/>
        <a:lstStyle/>
        <a:p>
          <a:endParaRPr lang="es-ES"/>
        </a:p>
      </dgm:t>
    </dgm:pt>
    <dgm:pt modelId="{187C51A3-B239-4EDC-9D86-525113E9DE63}">
      <dgm:prSet custT="1"/>
      <dgm:spPr>
        <a:solidFill>
          <a:srgbClr val="7030A0"/>
        </a:solidFill>
      </dgm:spPr>
      <dgm:t>
        <a:bodyPr/>
        <a:lstStyle/>
        <a:p>
          <a:r>
            <a:rPr lang="es-ES" sz="2000" b="1" dirty="0" err="1" smtClean="0"/>
            <a:t>Probl</a:t>
          </a:r>
          <a:r>
            <a:rPr lang="es-ES" sz="2000" b="1" dirty="0" smtClean="0"/>
            <a:t>. de inv. </a:t>
          </a:r>
        </a:p>
        <a:p>
          <a:r>
            <a:rPr lang="es-ES" sz="2000" b="1" dirty="0" smtClean="0"/>
            <a:t>II - 4</a:t>
          </a:r>
          <a:endParaRPr lang="es-ES" sz="2000" dirty="0"/>
        </a:p>
      </dgm:t>
    </dgm:pt>
    <dgm:pt modelId="{050AEB58-E930-4FA1-810C-76B1A4104A02}" type="parTrans" cxnId="{A18E54EC-7978-4A34-A6B3-C41B31993812}">
      <dgm:prSet/>
      <dgm:spPr/>
      <dgm:t>
        <a:bodyPr/>
        <a:lstStyle/>
        <a:p>
          <a:endParaRPr lang="es-ES"/>
        </a:p>
      </dgm:t>
    </dgm:pt>
    <dgm:pt modelId="{66BEA320-3F8E-4D62-8ABA-76814A155405}" type="sibTrans" cxnId="{A18E54EC-7978-4A34-A6B3-C41B31993812}">
      <dgm:prSet/>
      <dgm:spPr/>
      <dgm:t>
        <a:bodyPr/>
        <a:lstStyle/>
        <a:p>
          <a:endParaRPr lang="es-ES"/>
        </a:p>
      </dgm:t>
    </dgm:pt>
    <dgm:pt modelId="{14D23697-96F4-4EAE-A5B4-A8435EC9A383}" type="pres">
      <dgm:prSet presAssocID="{D581CE47-02F3-4772-894D-C0EC1805192B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181507C-4AA0-47BE-8486-262E5DC45077}" type="pres">
      <dgm:prSet presAssocID="{D581CE47-02F3-4772-894D-C0EC1805192B}" presName="comp1" presStyleCnt="0"/>
      <dgm:spPr/>
    </dgm:pt>
    <dgm:pt modelId="{FBF4F1EF-E70D-4DDA-9424-AB76EF4FB86A}" type="pres">
      <dgm:prSet presAssocID="{D581CE47-02F3-4772-894D-C0EC1805192B}" presName="circle1" presStyleLbl="node1" presStyleIdx="0" presStyleCnt="7" custScaleX="148425" custLinFactNeighborX="-1865" custLinFactNeighborY="4773"/>
      <dgm:spPr/>
      <dgm:t>
        <a:bodyPr/>
        <a:lstStyle/>
        <a:p>
          <a:endParaRPr lang="es-ES"/>
        </a:p>
      </dgm:t>
    </dgm:pt>
    <dgm:pt modelId="{343B1DB4-7333-4585-9D16-2EA4B56BF6B2}" type="pres">
      <dgm:prSet presAssocID="{D581CE47-02F3-4772-894D-C0EC1805192B}" presName="c1text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AF71B14-6F06-489C-AA7E-9F82B90C43A6}" type="pres">
      <dgm:prSet presAssocID="{D581CE47-02F3-4772-894D-C0EC1805192B}" presName="comp2" presStyleCnt="0"/>
      <dgm:spPr/>
    </dgm:pt>
    <dgm:pt modelId="{7E8D19BA-CC8F-4AC3-8485-953C53DCBE82}" type="pres">
      <dgm:prSet presAssocID="{D581CE47-02F3-4772-894D-C0EC1805192B}" presName="circle2" presStyleLbl="node1" presStyleIdx="1" presStyleCnt="7" custScaleX="83433" custScaleY="87757" custLinFactNeighborX="45592" custLinFactNeighborY="-2009"/>
      <dgm:spPr/>
      <dgm:t>
        <a:bodyPr/>
        <a:lstStyle/>
        <a:p>
          <a:endParaRPr lang="es-ES"/>
        </a:p>
      </dgm:t>
    </dgm:pt>
    <dgm:pt modelId="{F755EC27-F2BA-4970-A240-249FB60871ED}" type="pres">
      <dgm:prSet presAssocID="{D581CE47-02F3-4772-894D-C0EC1805192B}" presName="c2text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C97A40B-022C-40FF-A1CA-3F526D68D5EC}" type="pres">
      <dgm:prSet presAssocID="{D581CE47-02F3-4772-894D-C0EC1805192B}" presName="comp3" presStyleCnt="0"/>
      <dgm:spPr/>
    </dgm:pt>
    <dgm:pt modelId="{A6E089EF-F730-4D65-975C-50369AEB99BC}" type="pres">
      <dgm:prSet presAssocID="{D581CE47-02F3-4772-894D-C0EC1805192B}" presName="circle3" presStyleLbl="node1" presStyleIdx="2" presStyleCnt="7" custScaleX="109098" custScaleY="106632" custLinFactNeighborX="-51164" custLinFactNeighborY="-14044"/>
      <dgm:spPr/>
      <dgm:t>
        <a:bodyPr/>
        <a:lstStyle/>
        <a:p>
          <a:endParaRPr lang="es-ES"/>
        </a:p>
      </dgm:t>
    </dgm:pt>
    <dgm:pt modelId="{5278A0E7-8881-4A77-BD99-A695AB50E67F}" type="pres">
      <dgm:prSet presAssocID="{D581CE47-02F3-4772-894D-C0EC1805192B}" presName="c3text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A7B6D3B-7406-4CE4-BA2B-421AC21154C0}" type="pres">
      <dgm:prSet presAssocID="{D581CE47-02F3-4772-894D-C0EC1805192B}" presName="comp4" presStyleCnt="0"/>
      <dgm:spPr/>
    </dgm:pt>
    <dgm:pt modelId="{C23F6D31-DBA7-4216-BFED-F856BBDBD9E8}" type="pres">
      <dgm:prSet presAssocID="{D581CE47-02F3-4772-894D-C0EC1805192B}" presName="circle4" presStyleLbl="node1" presStyleIdx="3" presStyleCnt="7" custScaleX="65289" custScaleY="65286" custLinFactNeighborX="-97226" custLinFactNeighborY="-33826"/>
      <dgm:spPr/>
      <dgm:t>
        <a:bodyPr/>
        <a:lstStyle/>
        <a:p>
          <a:endParaRPr lang="es-ES"/>
        </a:p>
      </dgm:t>
    </dgm:pt>
    <dgm:pt modelId="{F6D0D167-BF70-40AE-A186-5B87362C3A7C}" type="pres">
      <dgm:prSet presAssocID="{D581CE47-02F3-4772-894D-C0EC1805192B}" presName="c4text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E77576D-CC79-411D-860D-B9721D249C08}" type="pres">
      <dgm:prSet presAssocID="{D581CE47-02F3-4772-894D-C0EC1805192B}" presName="comp5" presStyleCnt="0"/>
      <dgm:spPr/>
    </dgm:pt>
    <dgm:pt modelId="{EEE598E5-163E-4722-9EA2-870C7948A356}" type="pres">
      <dgm:prSet presAssocID="{D581CE47-02F3-4772-894D-C0EC1805192B}" presName="circle5" presStyleLbl="node1" presStyleIdx="4" presStyleCnt="7" custScaleX="84089" custScaleY="90920" custLinFactNeighborX="-41613" custLinFactNeighborY="-64686"/>
      <dgm:spPr/>
      <dgm:t>
        <a:bodyPr/>
        <a:lstStyle/>
        <a:p>
          <a:endParaRPr lang="es-ES"/>
        </a:p>
      </dgm:t>
    </dgm:pt>
    <dgm:pt modelId="{C6DF06CC-F068-4B81-A31B-310F2AFBCFDA}" type="pres">
      <dgm:prSet presAssocID="{D581CE47-02F3-4772-894D-C0EC1805192B}" presName="c5text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C375CA4-41AD-4775-8CC1-E74A0F74C335}" type="pres">
      <dgm:prSet presAssocID="{D581CE47-02F3-4772-894D-C0EC1805192B}" presName="comp6" presStyleCnt="0"/>
      <dgm:spPr/>
    </dgm:pt>
    <dgm:pt modelId="{6E82F3EA-0561-4C40-839A-EC6E50011207}" type="pres">
      <dgm:prSet presAssocID="{D581CE47-02F3-4772-894D-C0EC1805192B}" presName="circle6" presStyleLbl="node1" presStyleIdx="5" presStyleCnt="7" custScaleX="138688" custScaleY="131948" custLinFactY="-31947" custLinFactNeighborX="91695" custLinFactNeighborY="-100000"/>
      <dgm:spPr/>
      <dgm:t>
        <a:bodyPr/>
        <a:lstStyle/>
        <a:p>
          <a:endParaRPr lang="es-ES"/>
        </a:p>
      </dgm:t>
    </dgm:pt>
    <dgm:pt modelId="{41A04004-43E2-486C-9F50-FEE2366380EE}" type="pres">
      <dgm:prSet presAssocID="{D581CE47-02F3-4772-894D-C0EC1805192B}" presName="c6text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85C9DAD-DB25-4D6F-B7C5-54389BC0AAB2}" type="pres">
      <dgm:prSet presAssocID="{D581CE47-02F3-4772-894D-C0EC1805192B}" presName="comp7" presStyleCnt="0"/>
      <dgm:spPr/>
    </dgm:pt>
    <dgm:pt modelId="{2AC7EDD0-BC8B-4CDE-A491-439F9EFAD599}" type="pres">
      <dgm:prSet presAssocID="{D581CE47-02F3-4772-894D-C0EC1805192B}" presName="circle7" presStyleLbl="node1" presStyleIdx="6" presStyleCnt="7" custScaleX="218199" custScaleY="227279" custLinFactX="185651" custLinFactY="-100000" custLinFactNeighborX="200000" custLinFactNeighborY="-163415"/>
      <dgm:spPr/>
      <dgm:t>
        <a:bodyPr/>
        <a:lstStyle/>
        <a:p>
          <a:endParaRPr lang="es-ES"/>
        </a:p>
      </dgm:t>
    </dgm:pt>
    <dgm:pt modelId="{E1430FA2-B662-4AEF-9FCE-57153D1C1A84}" type="pres">
      <dgm:prSet presAssocID="{D581CE47-02F3-4772-894D-C0EC1805192B}" presName="c7text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41FA213C-A3E4-4357-8C8B-079FBF052A03}" type="presOf" srcId="{4D755FC1-B8A6-4F66-983F-A46D0E988BF8}" destId="{41A04004-43E2-486C-9F50-FEE2366380EE}" srcOrd="1" destOrd="0" presId="urn:microsoft.com/office/officeart/2005/8/layout/venn2"/>
    <dgm:cxn modelId="{E262F76A-C659-45F9-92F2-38357B3F2953}" type="presOf" srcId="{4FEDF557-F403-4EA4-92FE-2D1141559596}" destId="{5278A0E7-8881-4A77-BD99-A695AB50E67F}" srcOrd="1" destOrd="0" presId="urn:microsoft.com/office/officeart/2005/8/layout/venn2"/>
    <dgm:cxn modelId="{FF1924FD-34CE-4598-83CD-29CF8B0E0FB2}" srcId="{D581CE47-02F3-4772-894D-C0EC1805192B}" destId="{1BDEF389-61F4-4210-8709-79D4A9E005AD}" srcOrd="3" destOrd="0" parTransId="{69750F49-1526-4AEC-A7AD-0B3E33B1DF68}" sibTransId="{E5F7A5BC-6CF7-439A-8254-2E25AA62E23B}"/>
    <dgm:cxn modelId="{409E07F4-EB96-4F5F-96F8-7EDC0D0B4CB5}" type="presOf" srcId="{C9B18164-43BA-4967-AF71-76E264B72514}" destId="{EEE598E5-163E-4722-9EA2-870C7948A356}" srcOrd="0" destOrd="0" presId="urn:microsoft.com/office/officeart/2005/8/layout/venn2"/>
    <dgm:cxn modelId="{FA03FEE0-BC04-4FD7-88C5-F1E61CC42634}" srcId="{D581CE47-02F3-4772-894D-C0EC1805192B}" destId="{4D755FC1-B8A6-4F66-983F-A46D0E988BF8}" srcOrd="5" destOrd="0" parTransId="{AD20EFF3-C47B-4E8C-A57E-FCB53106C5B4}" sibTransId="{5DA7D547-CDAB-402C-A501-8271816945EA}"/>
    <dgm:cxn modelId="{1E5F15AA-9C10-4ADF-BF1A-3B8C5C7D7212}" type="presOf" srcId="{D581CE47-02F3-4772-894D-C0EC1805192B}" destId="{14D23697-96F4-4EAE-A5B4-A8435EC9A383}" srcOrd="0" destOrd="0" presId="urn:microsoft.com/office/officeart/2005/8/layout/venn2"/>
    <dgm:cxn modelId="{78A91E37-E442-4338-AAA3-13F16CD9A795}" type="presOf" srcId="{D28D3FA7-7E24-4AF4-92F0-2876FBD7FDE6}" destId="{7E8D19BA-CC8F-4AC3-8485-953C53DCBE82}" srcOrd="0" destOrd="0" presId="urn:microsoft.com/office/officeart/2005/8/layout/venn2"/>
    <dgm:cxn modelId="{7E6B12C8-F108-4FC0-A5DA-A0A4AFC9B276}" type="presOf" srcId="{C9B18164-43BA-4967-AF71-76E264B72514}" destId="{C6DF06CC-F068-4B81-A31B-310F2AFBCFDA}" srcOrd="1" destOrd="0" presId="urn:microsoft.com/office/officeart/2005/8/layout/venn2"/>
    <dgm:cxn modelId="{0F35FEDA-3ECC-4BD1-811F-5448CD1E5E77}" srcId="{D581CE47-02F3-4772-894D-C0EC1805192B}" destId="{D28D3FA7-7E24-4AF4-92F0-2876FBD7FDE6}" srcOrd="1" destOrd="0" parTransId="{10E53A35-53A9-4A4E-AF9C-1933C52CE86F}" sibTransId="{8422BD79-05CD-432A-A36E-DF0ACDF638FC}"/>
    <dgm:cxn modelId="{62A85D90-6500-496B-9FA4-7A602FDDBD17}" type="presOf" srcId="{187C51A3-B239-4EDC-9D86-525113E9DE63}" destId="{2AC7EDD0-BC8B-4CDE-A491-439F9EFAD599}" srcOrd="0" destOrd="0" presId="urn:microsoft.com/office/officeart/2005/8/layout/venn2"/>
    <dgm:cxn modelId="{A7D340FC-54EB-47CB-AB9A-B48129B5861F}" type="presOf" srcId="{1BDEF389-61F4-4210-8709-79D4A9E005AD}" destId="{F6D0D167-BF70-40AE-A186-5B87362C3A7C}" srcOrd="1" destOrd="0" presId="urn:microsoft.com/office/officeart/2005/8/layout/venn2"/>
    <dgm:cxn modelId="{5776F65E-3A57-4C53-A0A4-5ACF5E440BFB}" srcId="{D581CE47-02F3-4772-894D-C0EC1805192B}" destId="{4FEDF557-F403-4EA4-92FE-2D1141559596}" srcOrd="2" destOrd="0" parTransId="{221FE3CA-A232-489F-A9D2-C1FBC4E60259}" sibTransId="{8D1EB70C-3B90-4BD5-9FDE-5DF587F6EC99}"/>
    <dgm:cxn modelId="{C955565E-0E36-440A-9310-F243F6B35892}" type="presOf" srcId="{187C51A3-B239-4EDC-9D86-525113E9DE63}" destId="{E1430FA2-B662-4AEF-9FCE-57153D1C1A84}" srcOrd="1" destOrd="0" presId="urn:microsoft.com/office/officeart/2005/8/layout/venn2"/>
    <dgm:cxn modelId="{895FEFED-40E9-48FC-BFCA-D0FA720D353D}" type="presOf" srcId="{4FEDF557-F403-4EA4-92FE-2D1141559596}" destId="{A6E089EF-F730-4D65-975C-50369AEB99BC}" srcOrd="0" destOrd="0" presId="urn:microsoft.com/office/officeart/2005/8/layout/venn2"/>
    <dgm:cxn modelId="{9614EF7D-9C69-4314-9D75-5B41436FC69D}" srcId="{D581CE47-02F3-4772-894D-C0EC1805192B}" destId="{C9B18164-43BA-4967-AF71-76E264B72514}" srcOrd="4" destOrd="0" parTransId="{0A7831EC-18A3-4529-830D-8E2971702DE6}" sibTransId="{FA2DFA1D-4D19-4254-A9AF-6654048A05CA}"/>
    <dgm:cxn modelId="{DD3D7AA7-D1EC-4C16-B4FE-086852B787BB}" type="presOf" srcId="{1BDEF389-61F4-4210-8709-79D4A9E005AD}" destId="{C23F6D31-DBA7-4216-BFED-F856BBDBD9E8}" srcOrd="0" destOrd="0" presId="urn:microsoft.com/office/officeart/2005/8/layout/venn2"/>
    <dgm:cxn modelId="{DBF72184-D78E-4EC7-A33E-1C3C0BB3215C}" srcId="{D581CE47-02F3-4772-894D-C0EC1805192B}" destId="{BD9985C0-0C79-4C65-926D-761995D3C03B}" srcOrd="0" destOrd="0" parTransId="{760022FD-3F36-4F76-A9FE-5BCB75AABBD3}" sibTransId="{8359213B-4F13-4543-A312-9E5FCF84F1D6}"/>
    <dgm:cxn modelId="{A18E54EC-7978-4A34-A6B3-C41B31993812}" srcId="{D581CE47-02F3-4772-894D-C0EC1805192B}" destId="{187C51A3-B239-4EDC-9D86-525113E9DE63}" srcOrd="6" destOrd="0" parTransId="{050AEB58-E930-4FA1-810C-76B1A4104A02}" sibTransId="{66BEA320-3F8E-4D62-8ABA-76814A155405}"/>
    <dgm:cxn modelId="{3CC47CEF-A7C7-43A8-8DBF-3FF8810E6190}" type="presOf" srcId="{BD9985C0-0C79-4C65-926D-761995D3C03B}" destId="{FBF4F1EF-E70D-4DDA-9424-AB76EF4FB86A}" srcOrd="0" destOrd="0" presId="urn:microsoft.com/office/officeart/2005/8/layout/venn2"/>
    <dgm:cxn modelId="{0FAAFA14-0E43-4409-B9D7-3FB4BC4AF4F4}" type="presOf" srcId="{4D755FC1-B8A6-4F66-983F-A46D0E988BF8}" destId="{6E82F3EA-0561-4C40-839A-EC6E50011207}" srcOrd="0" destOrd="0" presId="urn:microsoft.com/office/officeart/2005/8/layout/venn2"/>
    <dgm:cxn modelId="{91922706-F2AF-4F26-A2FE-C5DA77AC13D5}" type="presOf" srcId="{BD9985C0-0C79-4C65-926D-761995D3C03B}" destId="{343B1DB4-7333-4585-9D16-2EA4B56BF6B2}" srcOrd="1" destOrd="0" presId="urn:microsoft.com/office/officeart/2005/8/layout/venn2"/>
    <dgm:cxn modelId="{9185E93C-CE3B-40B9-99BA-C48B381B5710}" type="presOf" srcId="{D28D3FA7-7E24-4AF4-92F0-2876FBD7FDE6}" destId="{F755EC27-F2BA-4970-A240-249FB60871ED}" srcOrd="1" destOrd="0" presId="urn:microsoft.com/office/officeart/2005/8/layout/venn2"/>
    <dgm:cxn modelId="{966F8D6B-D031-4FFC-9904-10AF678A0385}" type="presParOf" srcId="{14D23697-96F4-4EAE-A5B4-A8435EC9A383}" destId="{5181507C-4AA0-47BE-8486-262E5DC45077}" srcOrd="0" destOrd="0" presId="urn:microsoft.com/office/officeart/2005/8/layout/venn2"/>
    <dgm:cxn modelId="{3201898F-B991-4E8C-8AC3-C9F49F2DD1A1}" type="presParOf" srcId="{5181507C-4AA0-47BE-8486-262E5DC45077}" destId="{FBF4F1EF-E70D-4DDA-9424-AB76EF4FB86A}" srcOrd="0" destOrd="0" presId="urn:microsoft.com/office/officeart/2005/8/layout/venn2"/>
    <dgm:cxn modelId="{9E9DDACA-CA33-4C8B-BA0C-826B121A1E62}" type="presParOf" srcId="{5181507C-4AA0-47BE-8486-262E5DC45077}" destId="{343B1DB4-7333-4585-9D16-2EA4B56BF6B2}" srcOrd="1" destOrd="0" presId="urn:microsoft.com/office/officeart/2005/8/layout/venn2"/>
    <dgm:cxn modelId="{B1A26022-4AF7-4607-9AD0-E6122494CC40}" type="presParOf" srcId="{14D23697-96F4-4EAE-A5B4-A8435EC9A383}" destId="{BAF71B14-6F06-489C-AA7E-9F82B90C43A6}" srcOrd="1" destOrd="0" presId="urn:microsoft.com/office/officeart/2005/8/layout/venn2"/>
    <dgm:cxn modelId="{D66020C1-66E0-4129-A0A0-E6F07590017F}" type="presParOf" srcId="{BAF71B14-6F06-489C-AA7E-9F82B90C43A6}" destId="{7E8D19BA-CC8F-4AC3-8485-953C53DCBE82}" srcOrd="0" destOrd="0" presId="urn:microsoft.com/office/officeart/2005/8/layout/venn2"/>
    <dgm:cxn modelId="{81C560E6-5C6C-40F8-9C4F-8DC7AE72C239}" type="presParOf" srcId="{BAF71B14-6F06-489C-AA7E-9F82B90C43A6}" destId="{F755EC27-F2BA-4970-A240-249FB60871ED}" srcOrd="1" destOrd="0" presId="urn:microsoft.com/office/officeart/2005/8/layout/venn2"/>
    <dgm:cxn modelId="{E2859B36-574C-415B-B8F3-2601074B890B}" type="presParOf" srcId="{14D23697-96F4-4EAE-A5B4-A8435EC9A383}" destId="{4C97A40B-022C-40FF-A1CA-3F526D68D5EC}" srcOrd="2" destOrd="0" presId="urn:microsoft.com/office/officeart/2005/8/layout/venn2"/>
    <dgm:cxn modelId="{F2EE8CBF-FF17-468C-BFB9-3CBE1A226629}" type="presParOf" srcId="{4C97A40B-022C-40FF-A1CA-3F526D68D5EC}" destId="{A6E089EF-F730-4D65-975C-50369AEB99BC}" srcOrd="0" destOrd="0" presId="urn:microsoft.com/office/officeart/2005/8/layout/venn2"/>
    <dgm:cxn modelId="{010AECC7-BC46-41B3-97D3-3E08219F4DFC}" type="presParOf" srcId="{4C97A40B-022C-40FF-A1CA-3F526D68D5EC}" destId="{5278A0E7-8881-4A77-BD99-A695AB50E67F}" srcOrd="1" destOrd="0" presId="urn:microsoft.com/office/officeart/2005/8/layout/venn2"/>
    <dgm:cxn modelId="{29A620BA-1902-4A3A-9C40-778DB74463EE}" type="presParOf" srcId="{14D23697-96F4-4EAE-A5B4-A8435EC9A383}" destId="{4A7B6D3B-7406-4CE4-BA2B-421AC21154C0}" srcOrd="3" destOrd="0" presId="urn:microsoft.com/office/officeart/2005/8/layout/venn2"/>
    <dgm:cxn modelId="{05B3E468-41A7-4D42-87DA-82DD210BB143}" type="presParOf" srcId="{4A7B6D3B-7406-4CE4-BA2B-421AC21154C0}" destId="{C23F6D31-DBA7-4216-BFED-F856BBDBD9E8}" srcOrd="0" destOrd="0" presId="urn:microsoft.com/office/officeart/2005/8/layout/venn2"/>
    <dgm:cxn modelId="{9177F82F-154E-4EAA-82FB-FF9A9EA69680}" type="presParOf" srcId="{4A7B6D3B-7406-4CE4-BA2B-421AC21154C0}" destId="{F6D0D167-BF70-40AE-A186-5B87362C3A7C}" srcOrd="1" destOrd="0" presId="urn:microsoft.com/office/officeart/2005/8/layout/venn2"/>
    <dgm:cxn modelId="{3EDCCB25-EC7A-4681-A1A3-24AF269CC183}" type="presParOf" srcId="{14D23697-96F4-4EAE-A5B4-A8435EC9A383}" destId="{FE77576D-CC79-411D-860D-B9721D249C08}" srcOrd="4" destOrd="0" presId="urn:microsoft.com/office/officeart/2005/8/layout/venn2"/>
    <dgm:cxn modelId="{77DFEDBF-5E35-4145-A4FA-013E92364ECC}" type="presParOf" srcId="{FE77576D-CC79-411D-860D-B9721D249C08}" destId="{EEE598E5-163E-4722-9EA2-870C7948A356}" srcOrd="0" destOrd="0" presId="urn:microsoft.com/office/officeart/2005/8/layout/venn2"/>
    <dgm:cxn modelId="{EA4C7E8A-4166-4C9C-8143-82E29A069DB3}" type="presParOf" srcId="{FE77576D-CC79-411D-860D-B9721D249C08}" destId="{C6DF06CC-F068-4B81-A31B-310F2AFBCFDA}" srcOrd="1" destOrd="0" presId="urn:microsoft.com/office/officeart/2005/8/layout/venn2"/>
    <dgm:cxn modelId="{3DB67999-B4A3-4273-91CE-140CBF186A42}" type="presParOf" srcId="{14D23697-96F4-4EAE-A5B4-A8435EC9A383}" destId="{7C375CA4-41AD-4775-8CC1-E74A0F74C335}" srcOrd="5" destOrd="0" presId="urn:microsoft.com/office/officeart/2005/8/layout/venn2"/>
    <dgm:cxn modelId="{51B5E237-A045-4721-A14C-7ABF777008E8}" type="presParOf" srcId="{7C375CA4-41AD-4775-8CC1-E74A0F74C335}" destId="{6E82F3EA-0561-4C40-839A-EC6E50011207}" srcOrd="0" destOrd="0" presId="urn:microsoft.com/office/officeart/2005/8/layout/venn2"/>
    <dgm:cxn modelId="{1595A170-383D-45B5-84D4-0D66C6AB4AEF}" type="presParOf" srcId="{7C375CA4-41AD-4775-8CC1-E74A0F74C335}" destId="{41A04004-43E2-486C-9F50-FEE2366380EE}" srcOrd="1" destOrd="0" presId="urn:microsoft.com/office/officeart/2005/8/layout/venn2"/>
    <dgm:cxn modelId="{6F06090C-0444-46A9-8F24-BAEA3CFB8E89}" type="presParOf" srcId="{14D23697-96F4-4EAE-A5B4-A8435EC9A383}" destId="{085C9DAD-DB25-4D6F-B7C5-54389BC0AAB2}" srcOrd="6" destOrd="0" presId="urn:microsoft.com/office/officeart/2005/8/layout/venn2"/>
    <dgm:cxn modelId="{7F9844F6-542E-4E66-A9AA-059A67854A0D}" type="presParOf" srcId="{085C9DAD-DB25-4D6F-B7C5-54389BC0AAB2}" destId="{2AC7EDD0-BC8B-4CDE-A491-439F9EFAD599}" srcOrd="0" destOrd="0" presId="urn:microsoft.com/office/officeart/2005/8/layout/venn2"/>
    <dgm:cxn modelId="{D02358CB-0468-4BF3-AE9A-BA84CF9A7709}" type="presParOf" srcId="{085C9DAD-DB25-4D6F-B7C5-54389BC0AAB2}" destId="{E1430FA2-B662-4AEF-9FCE-57153D1C1A8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D7D19A-DE06-48FB-A24E-CB33386C18CF}" type="doc">
      <dgm:prSet loTypeId="urn:microsoft.com/office/officeart/2005/8/layout/cycle4#1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053D4F5B-7DBB-4530-9E1F-798B0E386327}">
      <dgm:prSet phldrT="[Texto]" custT="1"/>
      <dgm:spPr/>
      <dgm:t>
        <a:bodyPr/>
        <a:lstStyle/>
        <a:p>
          <a:r>
            <a:rPr lang="es-ES" sz="2800" dirty="0"/>
            <a:t>¿? </a:t>
          </a:r>
        </a:p>
      </dgm:t>
    </dgm:pt>
    <dgm:pt modelId="{72F05A7C-6F23-4237-BF71-1197B9086C4E}" type="parTrans" cxnId="{09D97D86-894A-4483-B32E-2DBABEC1111A}">
      <dgm:prSet/>
      <dgm:spPr/>
      <dgm:t>
        <a:bodyPr/>
        <a:lstStyle/>
        <a:p>
          <a:endParaRPr lang="es-ES"/>
        </a:p>
      </dgm:t>
    </dgm:pt>
    <dgm:pt modelId="{2FC790BA-8743-474C-9505-34E48D10CA7E}" type="sibTrans" cxnId="{09D97D86-894A-4483-B32E-2DBABEC1111A}">
      <dgm:prSet/>
      <dgm:spPr/>
      <dgm:t>
        <a:bodyPr/>
        <a:lstStyle/>
        <a:p>
          <a:endParaRPr lang="es-ES"/>
        </a:p>
      </dgm:t>
    </dgm:pt>
    <dgm:pt modelId="{10197008-838F-48C0-92B0-68757C747387}">
      <dgm:prSet phldrT="[Texto]" custT="1"/>
      <dgm:spPr/>
      <dgm:t>
        <a:bodyPr/>
        <a:lstStyle/>
        <a:p>
          <a:r>
            <a:rPr lang="en-US" sz="1400" dirty="0">
              <a:latin typeface="Calibri" pitchFamily="34" charset="0"/>
            </a:rPr>
            <a:t>INTERROGANTE QUE EXPRESAN EL DESCONOCIMIENTO DE UN SECTOR DE LA REALIDAD .</a:t>
          </a:r>
          <a:endParaRPr lang="es-ES" sz="1400" dirty="0"/>
        </a:p>
      </dgm:t>
    </dgm:pt>
    <dgm:pt modelId="{F8A1FA27-2931-4CEB-9C9C-2F50A557898F}" type="parTrans" cxnId="{CB1EC65C-CCEC-41FB-A9DA-FA9D9B6C7679}">
      <dgm:prSet/>
      <dgm:spPr/>
      <dgm:t>
        <a:bodyPr/>
        <a:lstStyle/>
        <a:p>
          <a:endParaRPr lang="es-ES"/>
        </a:p>
      </dgm:t>
    </dgm:pt>
    <dgm:pt modelId="{929ACD59-0B3C-4CB3-9D15-6AB869A3F3A7}" type="sibTrans" cxnId="{CB1EC65C-CCEC-41FB-A9DA-FA9D9B6C7679}">
      <dgm:prSet/>
      <dgm:spPr/>
      <dgm:t>
        <a:bodyPr/>
        <a:lstStyle/>
        <a:p>
          <a:endParaRPr lang="es-ES"/>
        </a:p>
      </dgm:t>
    </dgm:pt>
    <dgm:pt modelId="{63F552CC-5311-4C0A-8AA4-32E447D87519}">
      <dgm:prSet phldrT="[Texto]" custT="1"/>
      <dgm:spPr/>
      <dgm:t>
        <a:bodyPr/>
        <a:lstStyle/>
        <a:p>
          <a:r>
            <a:rPr lang="es-ES" sz="2400" dirty="0"/>
            <a:t>Objetivos</a:t>
          </a:r>
        </a:p>
      </dgm:t>
    </dgm:pt>
    <dgm:pt modelId="{EEBA25BC-F297-4B24-9AE5-45C8EF992BEF}" type="parTrans" cxnId="{3292BF43-0FDD-4884-8EEE-98442BAF558C}">
      <dgm:prSet/>
      <dgm:spPr/>
      <dgm:t>
        <a:bodyPr/>
        <a:lstStyle/>
        <a:p>
          <a:endParaRPr lang="es-ES"/>
        </a:p>
      </dgm:t>
    </dgm:pt>
    <dgm:pt modelId="{3CA18EC6-1528-4D7B-990E-09D16504E7FA}" type="sibTrans" cxnId="{3292BF43-0FDD-4884-8EEE-98442BAF558C}">
      <dgm:prSet/>
      <dgm:spPr/>
      <dgm:t>
        <a:bodyPr/>
        <a:lstStyle/>
        <a:p>
          <a:endParaRPr lang="es-ES"/>
        </a:p>
      </dgm:t>
    </dgm:pt>
    <dgm:pt modelId="{0533FFEF-F93C-47AD-9830-A742171E6F96}">
      <dgm:prSet phldrT="[Texto]" custT="1"/>
      <dgm:spPr/>
      <dgm:t>
        <a:bodyPr/>
        <a:lstStyle/>
        <a:p>
          <a:pPr algn="r"/>
          <a:r>
            <a:rPr lang="en-US" sz="1600" dirty="0">
              <a:latin typeface="Calibri" pitchFamily="34" charset="0"/>
            </a:rPr>
            <a:t>PROPOSICIONES QUE EXPRESAN A TRAVÉS DE UN VERBO EN INFINITIVO EL ABORDAJE DE UN SECTOR DE LA REALIDAD.</a:t>
          </a:r>
          <a:endParaRPr lang="es-ES" sz="1600" dirty="0"/>
        </a:p>
      </dgm:t>
    </dgm:pt>
    <dgm:pt modelId="{71AF2589-150D-415F-82C5-51D9146E6E92}" type="parTrans" cxnId="{324F5AD1-30B3-4F1C-94CC-F1280D1192C2}">
      <dgm:prSet/>
      <dgm:spPr/>
      <dgm:t>
        <a:bodyPr/>
        <a:lstStyle/>
        <a:p>
          <a:endParaRPr lang="es-ES"/>
        </a:p>
      </dgm:t>
    </dgm:pt>
    <dgm:pt modelId="{065BD4DA-B236-494C-8D5A-A0868B383F3B}" type="sibTrans" cxnId="{324F5AD1-30B3-4F1C-94CC-F1280D1192C2}">
      <dgm:prSet/>
      <dgm:spPr/>
      <dgm:t>
        <a:bodyPr/>
        <a:lstStyle/>
        <a:p>
          <a:endParaRPr lang="es-ES"/>
        </a:p>
      </dgm:t>
    </dgm:pt>
    <dgm:pt modelId="{4B3B7D8A-57D6-4FF1-AC30-F7A4DE3BD797}">
      <dgm:prSet phldrT="[Texto]" custT="1"/>
      <dgm:spPr/>
      <dgm:t>
        <a:bodyPr/>
        <a:lstStyle/>
        <a:p>
          <a:r>
            <a:rPr lang="en-US" sz="2000" dirty="0" err="1">
              <a:latin typeface="Calibri" pitchFamily="34" charset="0"/>
            </a:rPr>
            <a:t>Justificación</a:t>
          </a:r>
          <a:r>
            <a:rPr lang="en-US" sz="2000" dirty="0">
              <a:latin typeface="Calibri" pitchFamily="34" charset="0"/>
            </a:rPr>
            <a:t> y </a:t>
          </a:r>
          <a:r>
            <a:rPr lang="en-US" sz="2000" dirty="0" err="1">
              <a:latin typeface="Calibri" pitchFamily="34" charset="0"/>
            </a:rPr>
            <a:t>relevancia</a:t>
          </a:r>
          <a:endParaRPr lang="es-ES" sz="2000" dirty="0"/>
        </a:p>
      </dgm:t>
    </dgm:pt>
    <dgm:pt modelId="{6471DB01-1934-4D42-B348-3383D84154C4}" type="parTrans" cxnId="{D6E0279D-BCCC-44EB-B4F2-C588BD48659E}">
      <dgm:prSet/>
      <dgm:spPr/>
      <dgm:t>
        <a:bodyPr/>
        <a:lstStyle/>
        <a:p>
          <a:endParaRPr lang="es-ES"/>
        </a:p>
      </dgm:t>
    </dgm:pt>
    <dgm:pt modelId="{C75A1A7D-9EF7-468A-A12D-7CCB6E0B30DA}" type="sibTrans" cxnId="{D6E0279D-BCCC-44EB-B4F2-C588BD48659E}">
      <dgm:prSet/>
      <dgm:spPr/>
      <dgm:t>
        <a:bodyPr/>
        <a:lstStyle/>
        <a:p>
          <a:endParaRPr lang="es-ES"/>
        </a:p>
      </dgm:t>
    </dgm:pt>
    <dgm:pt modelId="{4B1F5B28-C5ED-439A-9D1E-4D2DB5651311}">
      <dgm:prSet phldrT="[Texto]"/>
      <dgm:spPr/>
      <dgm:t>
        <a:bodyPr/>
        <a:lstStyle/>
        <a:p>
          <a:r>
            <a:rPr lang="en-US" dirty="0" err="1">
              <a:latin typeface="Calibri" pitchFamily="34" charset="0"/>
            </a:rPr>
            <a:t>importancia</a:t>
          </a:r>
          <a:r>
            <a:rPr lang="en-US" dirty="0">
              <a:latin typeface="Calibri" pitchFamily="34" charset="0"/>
            </a:rPr>
            <a:t> para el </a:t>
          </a:r>
          <a:r>
            <a:rPr lang="en-US" dirty="0" err="1">
              <a:latin typeface="Calibri" pitchFamily="34" charset="0"/>
            </a:rPr>
            <a:t>área</a:t>
          </a:r>
          <a:r>
            <a:rPr lang="en-US" dirty="0">
              <a:latin typeface="Calibri" pitchFamily="34" charset="0"/>
            </a:rPr>
            <a:t> </a:t>
          </a:r>
          <a:r>
            <a:rPr lang="en-US" dirty="0" err="1">
              <a:latin typeface="Calibri" pitchFamily="34" charset="0"/>
            </a:rPr>
            <a:t>disciplinar</a:t>
          </a:r>
          <a:r>
            <a:rPr lang="en-US" dirty="0">
              <a:latin typeface="Calibri" pitchFamily="34" charset="0"/>
            </a:rPr>
            <a:t> </a:t>
          </a:r>
          <a:endParaRPr lang="es-ES" dirty="0"/>
        </a:p>
      </dgm:t>
    </dgm:pt>
    <dgm:pt modelId="{F45EE99C-8680-468D-8B07-45BE559BC32F}" type="parTrans" cxnId="{433630C6-B71C-43D5-9E5B-38B7238A7F8B}">
      <dgm:prSet/>
      <dgm:spPr/>
      <dgm:t>
        <a:bodyPr/>
        <a:lstStyle/>
        <a:p>
          <a:endParaRPr lang="es-ES"/>
        </a:p>
      </dgm:t>
    </dgm:pt>
    <dgm:pt modelId="{23D2675D-B082-4A11-A426-8EA5E32B5441}" type="sibTrans" cxnId="{433630C6-B71C-43D5-9E5B-38B7238A7F8B}">
      <dgm:prSet/>
      <dgm:spPr/>
      <dgm:t>
        <a:bodyPr/>
        <a:lstStyle/>
        <a:p>
          <a:endParaRPr lang="es-ES"/>
        </a:p>
      </dgm:t>
    </dgm:pt>
    <dgm:pt modelId="{26751147-2F2E-45F8-998A-BA4843518FDB}">
      <dgm:prSet phldrT="[Texto]"/>
      <dgm:spPr/>
      <dgm:t>
        <a:bodyPr/>
        <a:lstStyle/>
        <a:p>
          <a:r>
            <a:rPr lang="en-US" dirty="0" err="1">
              <a:latin typeface="Calibri" pitchFamily="34" charset="0"/>
              <a:cs typeface="Times New Roman" pitchFamily="18" charset="0"/>
            </a:rPr>
            <a:t>Viabilidad</a:t>
          </a:r>
          <a:endParaRPr lang="es-ES" dirty="0"/>
        </a:p>
      </dgm:t>
    </dgm:pt>
    <dgm:pt modelId="{BF9DCC4E-0165-49FB-B67A-5BC9D25D7F82}" type="parTrans" cxnId="{3171DA37-F465-4BDA-8123-C1D2D8CD28C3}">
      <dgm:prSet/>
      <dgm:spPr/>
      <dgm:t>
        <a:bodyPr/>
        <a:lstStyle/>
        <a:p>
          <a:endParaRPr lang="es-ES"/>
        </a:p>
      </dgm:t>
    </dgm:pt>
    <dgm:pt modelId="{1CD190F3-C267-4E9F-BAB2-19E3A4C8D826}" type="sibTrans" cxnId="{3171DA37-F465-4BDA-8123-C1D2D8CD28C3}">
      <dgm:prSet/>
      <dgm:spPr/>
      <dgm:t>
        <a:bodyPr/>
        <a:lstStyle/>
        <a:p>
          <a:endParaRPr lang="es-ES"/>
        </a:p>
      </dgm:t>
    </dgm:pt>
    <dgm:pt modelId="{658E66F1-BF15-4DD7-BBC6-04B24B3B9C84}">
      <dgm:prSet phldrT="[Texto]"/>
      <dgm:spPr/>
      <dgm:t>
        <a:bodyPr/>
        <a:lstStyle/>
        <a:p>
          <a:r>
            <a:rPr lang="es-AR" noProof="0" dirty="0">
              <a:latin typeface="Calibri" pitchFamily="34" charset="0"/>
              <a:cs typeface="Times New Roman" pitchFamily="18" charset="0"/>
            </a:rPr>
            <a:t>Disponibilidad de tiempo, recursos financieros, equipo de investigadores, accesibilidad</a:t>
          </a:r>
          <a:endParaRPr lang="es-AR" noProof="0" dirty="0"/>
        </a:p>
      </dgm:t>
    </dgm:pt>
    <dgm:pt modelId="{22FE81B4-8979-4A0A-BAA0-9000B35071D6}" type="parTrans" cxnId="{A7A66105-82B2-4602-8E49-4C989498C797}">
      <dgm:prSet/>
      <dgm:spPr/>
      <dgm:t>
        <a:bodyPr/>
        <a:lstStyle/>
        <a:p>
          <a:endParaRPr lang="es-ES"/>
        </a:p>
      </dgm:t>
    </dgm:pt>
    <dgm:pt modelId="{87120112-2F05-41FC-B512-7A413BDA1A3C}" type="sibTrans" cxnId="{A7A66105-82B2-4602-8E49-4C989498C797}">
      <dgm:prSet/>
      <dgm:spPr/>
      <dgm:t>
        <a:bodyPr/>
        <a:lstStyle/>
        <a:p>
          <a:endParaRPr lang="es-ES"/>
        </a:p>
      </dgm:t>
    </dgm:pt>
    <dgm:pt modelId="{54B0D15B-5E25-4F2E-9A3B-D97C03C9188F}">
      <dgm:prSet/>
      <dgm:spPr/>
      <dgm:t>
        <a:bodyPr/>
        <a:lstStyle/>
        <a:p>
          <a:r>
            <a:rPr lang="es-AR" dirty="0">
              <a:latin typeface="Calibri" pitchFamily="34" charset="0"/>
              <a:cs typeface="Times New Roman" pitchFamily="18" charset="0"/>
            </a:rPr>
            <a:t>Aporte de la investigación, en qué consiste su relevancia, actualidad y originalidad.</a:t>
          </a:r>
        </a:p>
      </dgm:t>
    </dgm:pt>
    <dgm:pt modelId="{170679C4-87FD-4850-9A70-6DC632349A50}" type="parTrans" cxnId="{DC9154DB-6550-4446-965B-6028993FA56A}">
      <dgm:prSet/>
      <dgm:spPr/>
      <dgm:t>
        <a:bodyPr/>
        <a:lstStyle/>
        <a:p>
          <a:endParaRPr lang="es-ES"/>
        </a:p>
      </dgm:t>
    </dgm:pt>
    <dgm:pt modelId="{D49B2436-E5FA-40AF-B452-612653C4020B}" type="sibTrans" cxnId="{DC9154DB-6550-4446-965B-6028993FA56A}">
      <dgm:prSet/>
      <dgm:spPr/>
      <dgm:t>
        <a:bodyPr/>
        <a:lstStyle/>
        <a:p>
          <a:endParaRPr lang="es-ES"/>
        </a:p>
      </dgm:t>
    </dgm:pt>
    <dgm:pt modelId="{B0534959-0C62-472B-A4EB-ED6258DF66BF}">
      <dgm:prSet phldrT="[Texto]" custT="1"/>
      <dgm:spPr/>
      <dgm:t>
        <a:bodyPr/>
        <a:lstStyle/>
        <a:p>
          <a:pPr algn="r"/>
          <a:r>
            <a:rPr lang="es-ES" sz="1600" dirty="0"/>
            <a:t>OBJETIVOS GENERALES Y ESPECÍFICOS</a:t>
          </a:r>
        </a:p>
      </dgm:t>
    </dgm:pt>
    <dgm:pt modelId="{C6D592CF-828F-4026-A7CE-83F8FC474D7F}" type="parTrans" cxnId="{CAF31040-10E2-4C44-B0FC-FEBE653F8727}">
      <dgm:prSet/>
      <dgm:spPr/>
      <dgm:t>
        <a:bodyPr/>
        <a:lstStyle/>
        <a:p>
          <a:endParaRPr lang="es-ES"/>
        </a:p>
      </dgm:t>
    </dgm:pt>
    <dgm:pt modelId="{6DC97B2C-3D4C-4136-B134-B1A90EB64156}" type="sibTrans" cxnId="{CAF31040-10E2-4C44-B0FC-FEBE653F8727}">
      <dgm:prSet/>
      <dgm:spPr/>
      <dgm:t>
        <a:bodyPr/>
        <a:lstStyle/>
        <a:p>
          <a:endParaRPr lang="es-ES"/>
        </a:p>
      </dgm:t>
    </dgm:pt>
    <dgm:pt modelId="{2684EC94-EC6F-4E81-810C-A471DA87F2E8}">
      <dgm:prSet phldrT="[Texto]" custT="1"/>
      <dgm:spPr/>
      <dgm:t>
        <a:bodyPr/>
        <a:lstStyle/>
        <a:p>
          <a:r>
            <a:rPr lang="en-US" sz="1400" dirty="0">
              <a:latin typeface="Calibri" pitchFamily="34" charset="0"/>
            </a:rPr>
            <a:t> PREGUNTAS GENERALES Y ESPECÍFICAS.</a:t>
          </a:r>
          <a:endParaRPr lang="es-ES" sz="1400" dirty="0"/>
        </a:p>
      </dgm:t>
    </dgm:pt>
    <dgm:pt modelId="{7F823C61-878A-4ADE-99D5-BD3CAB48A9AB}" type="parTrans" cxnId="{AD07DE9C-3B7A-461A-B865-80B614A3EF0E}">
      <dgm:prSet/>
      <dgm:spPr/>
      <dgm:t>
        <a:bodyPr/>
        <a:lstStyle/>
        <a:p>
          <a:endParaRPr lang="es-ES"/>
        </a:p>
      </dgm:t>
    </dgm:pt>
    <dgm:pt modelId="{A0428227-0A72-4B8A-9385-39379D312E49}" type="sibTrans" cxnId="{AD07DE9C-3B7A-461A-B865-80B614A3EF0E}">
      <dgm:prSet/>
      <dgm:spPr/>
      <dgm:t>
        <a:bodyPr/>
        <a:lstStyle/>
        <a:p>
          <a:endParaRPr lang="es-ES"/>
        </a:p>
      </dgm:t>
    </dgm:pt>
    <dgm:pt modelId="{A4A60883-06E7-488E-A6E9-A80D9EABE838}" type="pres">
      <dgm:prSet presAssocID="{06D7D19A-DE06-48FB-A24E-CB33386C18C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0BAEAAE-F3CD-402E-BA48-8BD5C2C553AC}" type="pres">
      <dgm:prSet presAssocID="{06D7D19A-DE06-48FB-A24E-CB33386C18CF}" presName="children" presStyleCnt="0"/>
      <dgm:spPr/>
    </dgm:pt>
    <dgm:pt modelId="{0D74EF88-390A-45AA-B89F-6DCAD363805B}" type="pres">
      <dgm:prSet presAssocID="{06D7D19A-DE06-48FB-A24E-CB33386C18CF}" presName="child1group" presStyleCnt="0"/>
      <dgm:spPr/>
    </dgm:pt>
    <dgm:pt modelId="{7E1FD1AC-29C9-4691-AA37-D5F59CCBBE54}" type="pres">
      <dgm:prSet presAssocID="{06D7D19A-DE06-48FB-A24E-CB33386C18CF}" presName="child1" presStyleLbl="bgAcc1" presStyleIdx="0" presStyleCnt="4" custLinFactNeighborX="-8079"/>
      <dgm:spPr/>
      <dgm:t>
        <a:bodyPr/>
        <a:lstStyle/>
        <a:p>
          <a:endParaRPr lang="es-ES"/>
        </a:p>
      </dgm:t>
    </dgm:pt>
    <dgm:pt modelId="{1D20C83B-D939-42DA-8971-31B4A2B72218}" type="pres">
      <dgm:prSet presAssocID="{06D7D19A-DE06-48FB-A24E-CB33386C18CF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8251D3C-4D50-4AF3-9416-147CF64AAC96}" type="pres">
      <dgm:prSet presAssocID="{06D7D19A-DE06-48FB-A24E-CB33386C18CF}" presName="child2group" presStyleCnt="0"/>
      <dgm:spPr/>
    </dgm:pt>
    <dgm:pt modelId="{CC25F85C-7276-43BE-B999-6388C978323F}" type="pres">
      <dgm:prSet presAssocID="{06D7D19A-DE06-48FB-A24E-CB33386C18CF}" presName="child2" presStyleLbl="bgAcc1" presStyleIdx="1" presStyleCnt="4" custScaleX="147262" custScaleY="121229" custLinFactNeighborX="10073" custLinFactNeighborY="-6177"/>
      <dgm:spPr/>
      <dgm:t>
        <a:bodyPr/>
        <a:lstStyle/>
        <a:p>
          <a:endParaRPr lang="es-ES"/>
        </a:p>
      </dgm:t>
    </dgm:pt>
    <dgm:pt modelId="{4C5F5C63-8021-4BC4-9773-546B67E5F9CF}" type="pres">
      <dgm:prSet presAssocID="{06D7D19A-DE06-48FB-A24E-CB33386C18CF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90F55B8-5E69-4911-BE3E-D15A5F96516B}" type="pres">
      <dgm:prSet presAssocID="{06D7D19A-DE06-48FB-A24E-CB33386C18CF}" presName="child3group" presStyleCnt="0"/>
      <dgm:spPr/>
    </dgm:pt>
    <dgm:pt modelId="{41A6E77F-1921-4554-BA75-9302C33AF0BE}" type="pres">
      <dgm:prSet presAssocID="{06D7D19A-DE06-48FB-A24E-CB33386C18CF}" presName="child3" presStyleLbl="bgAcc1" presStyleIdx="2" presStyleCnt="4" custLinFactNeighborX="14974" custLinFactNeighborY="0"/>
      <dgm:spPr/>
      <dgm:t>
        <a:bodyPr/>
        <a:lstStyle/>
        <a:p>
          <a:endParaRPr lang="es-ES"/>
        </a:p>
      </dgm:t>
    </dgm:pt>
    <dgm:pt modelId="{560AE533-CAB3-4962-B573-D2D1381EF3D3}" type="pres">
      <dgm:prSet presAssocID="{06D7D19A-DE06-48FB-A24E-CB33386C18CF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F65972C-FE35-4C9C-A618-FA42FF68C485}" type="pres">
      <dgm:prSet presAssocID="{06D7D19A-DE06-48FB-A24E-CB33386C18CF}" presName="child4group" presStyleCnt="0"/>
      <dgm:spPr/>
    </dgm:pt>
    <dgm:pt modelId="{190DAEE0-7B01-4DB0-A2DA-ADAFC5F53398}" type="pres">
      <dgm:prSet presAssocID="{06D7D19A-DE06-48FB-A24E-CB33386C18CF}" presName="child4" presStyleLbl="bgAcc1" presStyleIdx="3" presStyleCnt="4" custLinFactNeighborX="-13701" custLinFactNeighborY="0"/>
      <dgm:spPr/>
      <dgm:t>
        <a:bodyPr/>
        <a:lstStyle/>
        <a:p>
          <a:endParaRPr lang="es-ES"/>
        </a:p>
      </dgm:t>
    </dgm:pt>
    <dgm:pt modelId="{C615DAF4-4FF3-4CE1-A37C-811510028A53}" type="pres">
      <dgm:prSet presAssocID="{06D7D19A-DE06-48FB-A24E-CB33386C18CF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3B7EC69-E6B8-4CA0-B4EC-C62350AEEA0A}" type="pres">
      <dgm:prSet presAssocID="{06D7D19A-DE06-48FB-A24E-CB33386C18CF}" presName="childPlaceholder" presStyleCnt="0"/>
      <dgm:spPr/>
    </dgm:pt>
    <dgm:pt modelId="{38A03852-AD76-4972-9C23-C1C3A5F9D9DC}" type="pres">
      <dgm:prSet presAssocID="{06D7D19A-DE06-48FB-A24E-CB33386C18CF}" presName="circle" presStyleCnt="0"/>
      <dgm:spPr/>
    </dgm:pt>
    <dgm:pt modelId="{BF53D97B-46CB-4454-86D5-E4CEBA264DAA}" type="pres">
      <dgm:prSet presAssocID="{06D7D19A-DE06-48FB-A24E-CB33386C18CF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C68E852-2EE4-4903-96DA-45CF2BFDEB8B}" type="pres">
      <dgm:prSet presAssocID="{06D7D19A-DE06-48FB-A24E-CB33386C18CF}" presName="quadrant2" presStyleLbl="node1" presStyleIdx="1" presStyleCnt="4" custLinFactNeighborY="-1352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9114E98-3E51-4852-852F-7954EA5D2D0E}" type="pres">
      <dgm:prSet presAssocID="{06D7D19A-DE06-48FB-A24E-CB33386C18CF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610A0A2-007D-48F8-BD90-2DE49B253E6D}" type="pres">
      <dgm:prSet presAssocID="{06D7D19A-DE06-48FB-A24E-CB33386C18CF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3DBB972-BAD1-43DB-856A-10029913F995}" type="pres">
      <dgm:prSet presAssocID="{06D7D19A-DE06-48FB-A24E-CB33386C18CF}" presName="quadrantPlaceholder" presStyleCnt="0"/>
      <dgm:spPr/>
    </dgm:pt>
    <dgm:pt modelId="{C49BBA07-9EF1-4BAF-9E53-74AB9E6EB0C6}" type="pres">
      <dgm:prSet presAssocID="{06D7D19A-DE06-48FB-A24E-CB33386C18CF}" presName="center1" presStyleLbl="fgShp" presStyleIdx="0" presStyleCnt="2"/>
      <dgm:spPr/>
    </dgm:pt>
    <dgm:pt modelId="{DD89C80B-51FD-4C88-ABBB-05EFD204F734}" type="pres">
      <dgm:prSet presAssocID="{06D7D19A-DE06-48FB-A24E-CB33386C18CF}" presName="center2" presStyleLbl="fgShp" presStyleIdx="1" presStyleCnt="2"/>
      <dgm:spPr/>
    </dgm:pt>
  </dgm:ptLst>
  <dgm:cxnLst>
    <dgm:cxn modelId="{BC373EA5-F730-4317-B035-8E52F2286956}" type="presOf" srcId="{63F552CC-5311-4C0A-8AA4-32E447D87519}" destId="{DC68E852-2EE4-4903-96DA-45CF2BFDEB8B}" srcOrd="0" destOrd="0" presId="urn:microsoft.com/office/officeart/2005/8/layout/cycle4#1"/>
    <dgm:cxn modelId="{D6E0279D-BCCC-44EB-B4F2-C588BD48659E}" srcId="{06D7D19A-DE06-48FB-A24E-CB33386C18CF}" destId="{4B3B7D8A-57D6-4FF1-AC30-F7A4DE3BD797}" srcOrd="2" destOrd="0" parTransId="{6471DB01-1934-4D42-B348-3383D84154C4}" sibTransId="{C75A1A7D-9EF7-468A-A12D-7CCB6E0B30DA}"/>
    <dgm:cxn modelId="{79A9E383-775E-4662-BB33-41E263B2249E}" type="presOf" srcId="{B0534959-0C62-472B-A4EB-ED6258DF66BF}" destId="{4C5F5C63-8021-4BC4-9773-546B67E5F9CF}" srcOrd="1" destOrd="1" presId="urn:microsoft.com/office/officeart/2005/8/layout/cycle4#1"/>
    <dgm:cxn modelId="{3292BF43-0FDD-4884-8EEE-98442BAF558C}" srcId="{06D7D19A-DE06-48FB-A24E-CB33386C18CF}" destId="{63F552CC-5311-4C0A-8AA4-32E447D87519}" srcOrd="1" destOrd="0" parTransId="{EEBA25BC-F297-4B24-9AE5-45C8EF992BEF}" sibTransId="{3CA18EC6-1528-4D7B-990E-09D16504E7FA}"/>
    <dgm:cxn modelId="{E85DC8F7-E7BC-49DD-967F-3A5FC1504C4F}" type="presOf" srcId="{54B0D15B-5E25-4F2E-9A3B-D97C03C9188F}" destId="{41A6E77F-1921-4554-BA75-9302C33AF0BE}" srcOrd="0" destOrd="1" presId="urn:microsoft.com/office/officeart/2005/8/layout/cycle4#1"/>
    <dgm:cxn modelId="{1F58261C-CF1C-44ED-A4E8-01CAD1D6D269}" type="presOf" srcId="{B0534959-0C62-472B-A4EB-ED6258DF66BF}" destId="{CC25F85C-7276-43BE-B999-6388C978323F}" srcOrd="0" destOrd="1" presId="urn:microsoft.com/office/officeart/2005/8/layout/cycle4#1"/>
    <dgm:cxn modelId="{8BEA5241-58A9-4448-A70D-EC79B92D0A72}" type="presOf" srcId="{053D4F5B-7DBB-4530-9E1F-798B0E386327}" destId="{BF53D97B-46CB-4454-86D5-E4CEBA264DAA}" srcOrd="0" destOrd="0" presId="urn:microsoft.com/office/officeart/2005/8/layout/cycle4#1"/>
    <dgm:cxn modelId="{87B6160F-83F5-421C-8E0F-A5D4C39BCAD4}" type="presOf" srcId="{2684EC94-EC6F-4E81-810C-A471DA87F2E8}" destId="{1D20C83B-D939-42DA-8971-31B4A2B72218}" srcOrd="1" destOrd="1" presId="urn:microsoft.com/office/officeart/2005/8/layout/cycle4#1"/>
    <dgm:cxn modelId="{059CE298-954C-44B9-B614-A6D85802330B}" type="presOf" srcId="{658E66F1-BF15-4DD7-BBC6-04B24B3B9C84}" destId="{C615DAF4-4FF3-4CE1-A37C-811510028A53}" srcOrd="1" destOrd="0" presId="urn:microsoft.com/office/officeart/2005/8/layout/cycle4#1"/>
    <dgm:cxn modelId="{CAF31040-10E2-4C44-B0FC-FEBE653F8727}" srcId="{63F552CC-5311-4C0A-8AA4-32E447D87519}" destId="{B0534959-0C62-472B-A4EB-ED6258DF66BF}" srcOrd="1" destOrd="0" parTransId="{C6D592CF-828F-4026-A7CE-83F8FC474D7F}" sibTransId="{6DC97B2C-3D4C-4136-B134-B1A90EB64156}"/>
    <dgm:cxn modelId="{A7A66105-82B2-4602-8E49-4C989498C797}" srcId="{26751147-2F2E-45F8-998A-BA4843518FDB}" destId="{658E66F1-BF15-4DD7-BBC6-04B24B3B9C84}" srcOrd="0" destOrd="0" parTransId="{22FE81B4-8979-4A0A-BAA0-9000B35071D6}" sibTransId="{87120112-2F05-41FC-B512-7A413BDA1A3C}"/>
    <dgm:cxn modelId="{BC1A5D79-92C1-4A47-8781-601FBF260B94}" type="presOf" srcId="{26751147-2F2E-45F8-998A-BA4843518FDB}" destId="{C610A0A2-007D-48F8-BD90-2DE49B253E6D}" srcOrd="0" destOrd="0" presId="urn:microsoft.com/office/officeart/2005/8/layout/cycle4#1"/>
    <dgm:cxn modelId="{324F5AD1-30B3-4F1C-94CC-F1280D1192C2}" srcId="{63F552CC-5311-4C0A-8AA4-32E447D87519}" destId="{0533FFEF-F93C-47AD-9830-A742171E6F96}" srcOrd="0" destOrd="0" parTransId="{71AF2589-150D-415F-82C5-51D9146E6E92}" sibTransId="{065BD4DA-B236-494C-8D5A-A0868B383F3B}"/>
    <dgm:cxn modelId="{5AE0CCE3-138F-4CBF-884F-D18C6F90D251}" type="presOf" srcId="{4B1F5B28-C5ED-439A-9D1E-4D2DB5651311}" destId="{41A6E77F-1921-4554-BA75-9302C33AF0BE}" srcOrd="0" destOrd="0" presId="urn:microsoft.com/office/officeart/2005/8/layout/cycle4#1"/>
    <dgm:cxn modelId="{DC9154DB-6550-4446-965B-6028993FA56A}" srcId="{4B3B7D8A-57D6-4FF1-AC30-F7A4DE3BD797}" destId="{54B0D15B-5E25-4F2E-9A3B-D97C03C9188F}" srcOrd="1" destOrd="0" parTransId="{170679C4-87FD-4850-9A70-6DC632349A50}" sibTransId="{D49B2436-E5FA-40AF-B452-612653C4020B}"/>
    <dgm:cxn modelId="{317F0E7F-756F-4CAE-A674-782578A91F1B}" type="presOf" srcId="{06D7D19A-DE06-48FB-A24E-CB33386C18CF}" destId="{A4A60883-06E7-488E-A6E9-A80D9EABE838}" srcOrd="0" destOrd="0" presId="urn:microsoft.com/office/officeart/2005/8/layout/cycle4#1"/>
    <dgm:cxn modelId="{D2CE9DDA-7F10-42D5-A121-D82E8B1DE179}" type="presOf" srcId="{10197008-838F-48C0-92B0-68757C747387}" destId="{1D20C83B-D939-42DA-8971-31B4A2B72218}" srcOrd="1" destOrd="0" presId="urn:microsoft.com/office/officeart/2005/8/layout/cycle4#1"/>
    <dgm:cxn modelId="{4C32B86F-3315-45C4-891A-3D660DE7A60C}" type="presOf" srcId="{10197008-838F-48C0-92B0-68757C747387}" destId="{7E1FD1AC-29C9-4691-AA37-D5F59CCBBE54}" srcOrd="0" destOrd="0" presId="urn:microsoft.com/office/officeart/2005/8/layout/cycle4#1"/>
    <dgm:cxn modelId="{AD07DE9C-3B7A-461A-B865-80B614A3EF0E}" srcId="{053D4F5B-7DBB-4530-9E1F-798B0E386327}" destId="{2684EC94-EC6F-4E81-810C-A471DA87F2E8}" srcOrd="1" destOrd="0" parTransId="{7F823C61-878A-4ADE-99D5-BD3CAB48A9AB}" sibTransId="{A0428227-0A72-4B8A-9385-39379D312E49}"/>
    <dgm:cxn modelId="{7500F3A1-0F44-4E42-9DAD-2D48DF6E04B2}" type="presOf" srcId="{0533FFEF-F93C-47AD-9830-A742171E6F96}" destId="{CC25F85C-7276-43BE-B999-6388C978323F}" srcOrd="0" destOrd="0" presId="urn:microsoft.com/office/officeart/2005/8/layout/cycle4#1"/>
    <dgm:cxn modelId="{E7D13F75-B966-4B80-9148-B2E46A42CE40}" type="presOf" srcId="{658E66F1-BF15-4DD7-BBC6-04B24B3B9C84}" destId="{190DAEE0-7B01-4DB0-A2DA-ADAFC5F53398}" srcOrd="0" destOrd="0" presId="urn:microsoft.com/office/officeart/2005/8/layout/cycle4#1"/>
    <dgm:cxn modelId="{09D97D86-894A-4483-B32E-2DBABEC1111A}" srcId="{06D7D19A-DE06-48FB-A24E-CB33386C18CF}" destId="{053D4F5B-7DBB-4530-9E1F-798B0E386327}" srcOrd="0" destOrd="0" parTransId="{72F05A7C-6F23-4237-BF71-1197B9086C4E}" sibTransId="{2FC790BA-8743-474C-9505-34E48D10CA7E}"/>
    <dgm:cxn modelId="{3171DA37-F465-4BDA-8123-C1D2D8CD28C3}" srcId="{06D7D19A-DE06-48FB-A24E-CB33386C18CF}" destId="{26751147-2F2E-45F8-998A-BA4843518FDB}" srcOrd="3" destOrd="0" parTransId="{BF9DCC4E-0165-49FB-B67A-5BC9D25D7F82}" sibTransId="{1CD190F3-C267-4E9F-BAB2-19E3A4C8D826}"/>
    <dgm:cxn modelId="{373EE06F-82E6-4F3E-B628-92017D9C3637}" type="presOf" srcId="{4B1F5B28-C5ED-439A-9D1E-4D2DB5651311}" destId="{560AE533-CAB3-4962-B573-D2D1381EF3D3}" srcOrd="1" destOrd="0" presId="urn:microsoft.com/office/officeart/2005/8/layout/cycle4#1"/>
    <dgm:cxn modelId="{E159740C-881D-4C79-9751-CAC9145A1D7B}" type="presOf" srcId="{4B3B7D8A-57D6-4FF1-AC30-F7A4DE3BD797}" destId="{19114E98-3E51-4852-852F-7954EA5D2D0E}" srcOrd="0" destOrd="0" presId="urn:microsoft.com/office/officeart/2005/8/layout/cycle4#1"/>
    <dgm:cxn modelId="{96F53DB2-9A8E-442E-8253-D1A9190D370C}" type="presOf" srcId="{54B0D15B-5E25-4F2E-9A3B-D97C03C9188F}" destId="{560AE533-CAB3-4962-B573-D2D1381EF3D3}" srcOrd="1" destOrd="1" presId="urn:microsoft.com/office/officeart/2005/8/layout/cycle4#1"/>
    <dgm:cxn modelId="{CB1EC65C-CCEC-41FB-A9DA-FA9D9B6C7679}" srcId="{053D4F5B-7DBB-4530-9E1F-798B0E386327}" destId="{10197008-838F-48C0-92B0-68757C747387}" srcOrd="0" destOrd="0" parTransId="{F8A1FA27-2931-4CEB-9C9C-2F50A557898F}" sibTransId="{929ACD59-0B3C-4CB3-9D15-6AB869A3F3A7}"/>
    <dgm:cxn modelId="{4BFDABEC-BBEC-475B-9C75-835949C78649}" type="presOf" srcId="{2684EC94-EC6F-4E81-810C-A471DA87F2E8}" destId="{7E1FD1AC-29C9-4691-AA37-D5F59CCBBE54}" srcOrd="0" destOrd="1" presId="urn:microsoft.com/office/officeart/2005/8/layout/cycle4#1"/>
    <dgm:cxn modelId="{433630C6-B71C-43D5-9E5B-38B7238A7F8B}" srcId="{4B3B7D8A-57D6-4FF1-AC30-F7A4DE3BD797}" destId="{4B1F5B28-C5ED-439A-9D1E-4D2DB5651311}" srcOrd="0" destOrd="0" parTransId="{F45EE99C-8680-468D-8B07-45BE559BC32F}" sibTransId="{23D2675D-B082-4A11-A426-8EA5E32B5441}"/>
    <dgm:cxn modelId="{DE29F68C-0346-4F76-B5B5-0FE72A3CBACC}" type="presOf" srcId="{0533FFEF-F93C-47AD-9830-A742171E6F96}" destId="{4C5F5C63-8021-4BC4-9773-546B67E5F9CF}" srcOrd="1" destOrd="0" presId="urn:microsoft.com/office/officeart/2005/8/layout/cycle4#1"/>
    <dgm:cxn modelId="{3EDC5C5A-6174-4A3A-B978-06C52A5B7019}" type="presParOf" srcId="{A4A60883-06E7-488E-A6E9-A80D9EABE838}" destId="{C0BAEAAE-F3CD-402E-BA48-8BD5C2C553AC}" srcOrd="0" destOrd="0" presId="urn:microsoft.com/office/officeart/2005/8/layout/cycle4#1"/>
    <dgm:cxn modelId="{81E8931F-02A0-445D-9422-ABF40C7A2D2E}" type="presParOf" srcId="{C0BAEAAE-F3CD-402E-BA48-8BD5C2C553AC}" destId="{0D74EF88-390A-45AA-B89F-6DCAD363805B}" srcOrd="0" destOrd="0" presId="urn:microsoft.com/office/officeart/2005/8/layout/cycle4#1"/>
    <dgm:cxn modelId="{63F60938-D01E-443E-BF84-1B321D271D02}" type="presParOf" srcId="{0D74EF88-390A-45AA-B89F-6DCAD363805B}" destId="{7E1FD1AC-29C9-4691-AA37-D5F59CCBBE54}" srcOrd="0" destOrd="0" presId="urn:microsoft.com/office/officeart/2005/8/layout/cycle4#1"/>
    <dgm:cxn modelId="{CC9C329F-FD8B-468B-B43D-0C0F3F2A68EA}" type="presParOf" srcId="{0D74EF88-390A-45AA-B89F-6DCAD363805B}" destId="{1D20C83B-D939-42DA-8971-31B4A2B72218}" srcOrd="1" destOrd="0" presId="urn:microsoft.com/office/officeart/2005/8/layout/cycle4#1"/>
    <dgm:cxn modelId="{F2DB5FA1-BA37-4A65-9383-7A49A6B4BCF2}" type="presParOf" srcId="{C0BAEAAE-F3CD-402E-BA48-8BD5C2C553AC}" destId="{E8251D3C-4D50-4AF3-9416-147CF64AAC96}" srcOrd="1" destOrd="0" presId="urn:microsoft.com/office/officeart/2005/8/layout/cycle4#1"/>
    <dgm:cxn modelId="{82BEBF50-1C87-4D79-86CB-A51FF42B05B1}" type="presParOf" srcId="{E8251D3C-4D50-4AF3-9416-147CF64AAC96}" destId="{CC25F85C-7276-43BE-B999-6388C978323F}" srcOrd="0" destOrd="0" presId="urn:microsoft.com/office/officeart/2005/8/layout/cycle4#1"/>
    <dgm:cxn modelId="{48DC770E-8580-4AB2-8BF2-12587EA29FD2}" type="presParOf" srcId="{E8251D3C-4D50-4AF3-9416-147CF64AAC96}" destId="{4C5F5C63-8021-4BC4-9773-546B67E5F9CF}" srcOrd="1" destOrd="0" presId="urn:microsoft.com/office/officeart/2005/8/layout/cycle4#1"/>
    <dgm:cxn modelId="{64655BF8-E141-4DCE-A996-50943C3317B7}" type="presParOf" srcId="{C0BAEAAE-F3CD-402E-BA48-8BD5C2C553AC}" destId="{390F55B8-5E69-4911-BE3E-D15A5F96516B}" srcOrd="2" destOrd="0" presId="urn:microsoft.com/office/officeart/2005/8/layout/cycle4#1"/>
    <dgm:cxn modelId="{BE81DED1-C0C6-4602-BF10-D191315192E9}" type="presParOf" srcId="{390F55B8-5E69-4911-BE3E-D15A5F96516B}" destId="{41A6E77F-1921-4554-BA75-9302C33AF0BE}" srcOrd="0" destOrd="0" presId="urn:microsoft.com/office/officeart/2005/8/layout/cycle4#1"/>
    <dgm:cxn modelId="{91CFB0DE-B698-44D5-AF0F-75DA006E04BF}" type="presParOf" srcId="{390F55B8-5E69-4911-BE3E-D15A5F96516B}" destId="{560AE533-CAB3-4962-B573-D2D1381EF3D3}" srcOrd="1" destOrd="0" presId="urn:microsoft.com/office/officeart/2005/8/layout/cycle4#1"/>
    <dgm:cxn modelId="{A5933D44-66F6-4808-AFD0-3BBA51FEE3C3}" type="presParOf" srcId="{C0BAEAAE-F3CD-402E-BA48-8BD5C2C553AC}" destId="{9F65972C-FE35-4C9C-A618-FA42FF68C485}" srcOrd="3" destOrd="0" presId="urn:microsoft.com/office/officeart/2005/8/layout/cycle4#1"/>
    <dgm:cxn modelId="{3C0C2967-8BA6-4F0E-994B-B4FF84863CA6}" type="presParOf" srcId="{9F65972C-FE35-4C9C-A618-FA42FF68C485}" destId="{190DAEE0-7B01-4DB0-A2DA-ADAFC5F53398}" srcOrd="0" destOrd="0" presId="urn:microsoft.com/office/officeart/2005/8/layout/cycle4#1"/>
    <dgm:cxn modelId="{CC52AF52-1FE4-4F78-8FA4-FBEF9F0878CD}" type="presParOf" srcId="{9F65972C-FE35-4C9C-A618-FA42FF68C485}" destId="{C615DAF4-4FF3-4CE1-A37C-811510028A53}" srcOrd="1" destOrd="0" presId="urn:microsoft.com/office/officeart/2005/8/layout/cycle4#1"/>
    <dgm:cxn modelId="{14B34A19-1491-4E38-AEE6-EAB5C7A2481E}" type="presParOf" srcId="{C0BAEAAE-F3CD-402E-BA48-8BD5C2C553AC}" destId="{73B7EC69-E6B8-4CA0-B4EC-C62350AEEA0A}" srcOrd="4" destOrd="0" presId="urn:microsoft.com/office/officeart/2005/8/layout/cycle4#1"/>
    <dgm:cxn modelId="{879396BE-1045-4562-AB90-F2F3F47FF99D}" type="presParOf" srcId="{A4A60883-06E7-488E-A6E9-A80D9EABE838}" destId="{38A03852-AD76-4972-9C23-C1C3A5F9D9DC}" srcOrd="1" destOrd="0" presId="urn:microsoft.com/office/officeart/2005/8/layout/cycle4#1"/>
    <dgm:cxn modelId="{0AE36796-38E8-4DB8-B444-6A4E5D018DE0}" type="presParOf" srcId="{38A03852-AD76-4972-9C23-C1C3A5F9D9DC}" destId="{BF53D97B-46CB-4454-86D5-E4CEBA264DAA}" srcOrd="0" destOrd="0" presId="urn:microsoft.com/office/officeart/2005/8/layout/cycle4#1"/>
    <dgm:cxn modelId="{7EF53738-DF65-4725-B264-EA3609548FF5}" type="presParOf" srcId="{38A03852-AD76-4972-9C23-C1C3A5F9D9DC}" destId="{DC68E852-2EE4-4903-96DA-45CF2BFDEB8B}" srcOrd="1" destOrd="0" presId="urn:microsoft.com/office/officeart/2005/8/layout/cycle4#1"/>
    <dgm:cxn modelId="{82F59EC2-6828-419E-BE3F-DA24D722B723}" type="presParOf" srcId="{38A03852-AD76-4972-9C23-C1C3A5F9D9DC}" destId="{19114E98-3E51-4852-852F-7954EA5D2D0E}" srcOrd="2" destOrd="0" presId="urn:microsoft.com/office/officeart/2005/8/layout/cycle4#1"/>
    <dgm:cxn modelId="{6412FF64-1E5D-481B-BBEC-922C140107AF}" type="presParOf" srcId="{38A03852-AD76-4972-9C23-C1C3A5F9D9DC}" destId="{C610A0A2-007D-48F8-BD90-2DE49B253E6D}" srcOrd="3" destOrd="0" presId="urn:microsoft.com/office/officeart/2005/8/layout/cycle4#1"/>
    <dgm:cxn modelId="{C87DD6B6-63A0-48B5-94CB-81690828F820}" type="presParOf" srcId="{38A03852-AD76-4972-9C23-C1C3A5F9D9DC}" destId="{93DBB972-BAD1-43DB-856A-10029913F995}" srcOrd="4" destOrd="0" presId="urn:microsoft.com/office/officeart/2005/8/layout/cycle4#1"/>
    <dgm:cxn modelId="{2A878237-E894-4934-9484-3D7331086274}" type="presParOf" srcId="{A4A60883-06E7-488E-A6E9-A80D9EABE838}" destId="{C49BBA07-9EF1-4BAF-9E53-74AB9E6EB0C6}" srcOrd="2" destOrd="0" presId="urn:microsoft.com/office/officeart/2005/8/layout/cycle4#1"/>
    <dgm:cxn modelId="{1186DB27-AD1D-4407-96AE-49FE324F9892}" type="presParOf" srcId="{A4A60883-06E7-488E-A6E9-A80D9EABE838}" destId="{DD89C80B-51FD-4C88-ABBB-05EFD204F734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D8F7EB-D47F-4FDF-946E-B0B7D08B452A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</dgm:pt>
    <dgm:pt modelId="{CD1FF913-D11A-4367-91CA-A67F91D97625}">
      <dgm:prSet phldrT="[Texto]"/>
      <dgm:spPr/>
      <dgm:t>
        <a:bodyPr/>
        <a:lstStyle/>
        <a:p>
          <a:r>
            <a:rPr lang="es-ES" dirty="0"/>
            <a:t>la respuesta aporta algún tipo </a:t>
          </a:r>
          <a:r>
            <a:rPr lang="es-ES" b="0" dirty="0"/>
            <a:t>de</a:t>
          </a:r>
          <a:r>
            <a:rPr lang="es-ES" b="1" dirty="0"/>
            <a:t> conocimiento no disponible previamente;</a:t>
          </a:r>
        </a:p>
      </dgm:t>
    </dgm:pt>
    <dgm:pt modelId="{3F84FA69-BDDC-487F-BC43-F2104643E91F}" type="parTrans" cxnId="{EAD47842-194E-4009-9AB4-F7D1A144CD00}">
      <dgm:prSet/>
      <dgm:spPr/>
      <dgm:t>
        <a:bodyPr/>
        <a:lstStyle/>
        <a:p>
          <a:endParaRPr lang="es-ES"/>
        </a:p>
      </dgm:t>
    </dgm:pt>
    <dgm:pt modelId="{9AFD8CC8-6039-4A96-85B1-E8535446E468}" type="sibTrans" cxnId="{EAD47842-194E-4009-9AB4-F7D1A144CD00}">
      <dgm:prSet/>
      <dgm:spPr/>
      <dgm:t>
        <a:bodyPr/>
        <a:lstStyle/>
        <a:p>
          <a:endParaRPr lang="es-ES"/>
        </a:p>
      </dgm:t>
    </dgm:pt>
    <dgm:pt modelId="{D2108EDF-E0F0-424D-8928-C47805EB0DD4}">
      <dgm:prSet phldrT="[Texto]"/>
      <dgm:spPr/>
      <dgm:t>
        <a:bodyPr/>
        <a:lstStyle/>
        <a:p>
          <a:r>
            <a:rPr lang="es-ES" dirty="0"/>
            <a:t>se formula de tal manera que pueda ser </a:t>
          </a:r>
          <a:r>
            <a:rPr lang="es-ES" b="1" dirty="0"/>
            <a:t>refutada empíricamente</a:t>
          </a:r>
        </a:p>
      </dgm:t>
    </dgm:pt>
    <dgm:pt modelId="{392619F8-5B63-48F0-85F9-A797D7FCAC2E}" type="parTrans" cxnId="{EB3B8886-CF43-4DD4-8084-7387EF051A2F}">
      <dgm:prSet/>
      <dgm:spPr/>
      <dgm:t>
        <a:bodyPr/>
        <a:lstStyle/>
        <a:p>
          <a:endParaRPr lang="es-ES"/>
        </a:p>
      </dgm:t>
    </dgm:pt>
    <dgm:pt modelId="{ACDD748A-4610-4F0E-9283-7431DF7D0657}" type="sibTrans" cxnId="{EB3B8886-CF43-4DD4-8084-7387EF051A2F}">
      <dgm:prSet/>
      <dgm:spPr/>
      <dgm:t>
        <a:bodyPr/>
        <a:lstStyle/>
        <a:p>
          <a:endParaRPr lang="es-ES"/>
        </a:p>
      </dgm:t>
    </dgm:pt>
    <dgm:pt modelId="{28706C53-5F20-45EE-83E9-14EC5BCF4931}">
      <dgm:prSet phldrT="[Texto]"/>
      <dgm:spPr/>
      <dgm:t>
        <a:bodyPr/>
        <a:lstStyle/>
        <a:p>
          <a:r>
            <a:rPr lang="es-ES" dirty="0"/>
            <a:t>resulta </a:t>
          </a:r>
          <a:r>
            <a:rPr lang="es-ES" b="0" dirty="0"/>
            <a:t>relevante como aportes de </a:t>
          </a:r>
          <a:r>
            <a:rPr lang="es-ES" b="1" dirty="0"/>
            <a:t>nuevos conocimientos en el marco de una disciplina o práctica científico-profesional.</a:t>
          </a:r>
        </a:p>
      </dgm:t>
    </dgm:pt>
    <dgm:pt modelId="{E855FB42-58AE-46CA-A58E-5F223A34CC62}" type="parTrans" cxnId="{8F1F9451-2208-40B0-B5EB-0D6C1B45518B}">
      <dgm:prSet/>
      <dgm:spPr/>
      <dgm:t>
        <a:bodyPr/>
        <a:lstStyle/>
        <a:p>
          <a:endParaRPr lang="es-ES"/>
        </a:p>
      </dgm:t>
    </dgm:pt>
    <dgm:pt modelId="{71B7BB64-51ED-4389-BF65-6CAB78C054EE}" type="sibTrans" cxnId="{8F1F9451-2208-40B0-B5EB-0D6C1B45518B}">
      <dgm:prSet/>
      <dgm:spPr/>
      <dgm:t>
        <a:bodyPr/>
        <a:lstStyle/>
        <a:p>
          <a:endParaRPr lang="es-ES"/>
        </a:p>
      </dgm:t>
    </dgm:pt>
    <dgm:pt modelId="{593833AF-2A18-40C4-8910-8AA7F218D14D}" type="pres">
      <dgm:prSet presAssocID="{7DD8F7EB-D47F-4FDF-946E-B0B7D08B452A}" presName="Name0" presStyleCnt="0">
        <dgm:presLayoutVars>
          <dgm:chMax val="7"/>
          <dgm:chPref val="7"/>
          <dgm:dir/>
        </dgm:presLayoutVars>
      </dgm:prSet>
      <dgm:spPr/>
    </dgm:pt>
    <dgm:pt modelId="{C29D1F8A-D659-4935-B0A2-6AD67352FC86}" type="pres">
      <dgm:prSet presAssocID="{7DD8F7EB-D47F-4FDF-946E-B0B7D08B452A}" presName="Name1" presStyleCnt="0"/>
      <dgm:spPr/>
    </dgm:pt>
    <dgm:pt modelId="{25D65368-A7B3-4C4F-B37B-B1FC734D401F}" type="pres">
      <dgm:prSet presAssocID="{7DD8F7EB-D47F-4FDF-946E-B0B7D08B452A}" presName="cycle" presStyleCnt="0"/>
      <dgm:spPr/>
    </dgm:pt>
    <dgm:pt modelId="{E46E21B1-C571-495E-A4A1-6EFAA4D942A7}" type="pres">
      <dgm:prSet presAssocID="{7DD8F7EB-D47F-4FDF-946E-B0B7D08B452A}" presName="srcNode" presStyleLbl="node1" presStyleIdx="0" presStyleCnt="3"/>
      <dgm:spPr/>
    </dgm:pt>
    <dgm:pt modelId="{BC44D27A-7FB5-43F3-9DF8-96B3268E11F2}" type="pres">
      <dgm:prSet presAssocID="{7DD8F7EB-D47F-4FDF-946E-B0B7D08B452A}" presName="conn" presStyleLbl="parChTrans1D2" presStyleIdx="0" presStyleCnt="1"/>
      <dgm:spPr/>
      <dgm:t>
        <a:bodyPr/>
        <a:lstStyle/>
        <a:p>
          <a:endParaRPr lang="es-ES"/>
        </a:p>
      </dgm:t>
    </dgm:pt>
    <dgm:pt modelId="{2FF2D651-13F7-45B7-8069-418191BF6E36}" type="pres">
      <dgm:prSet presAssocID="{7DD8F7EB-D47F-4FDF-946E-B0B7D08B452A}" presName="extraNode" presStyleLbl="node1" presStyleIdx="0" presStyleCnt="3"/>
      <dgm:spPr/>
    </dgm:pt>
    <dgm:pt modelId="{30FF67FF-B6C3-4E9F-AF0D-7B371A9C3B48}" type="pres">
      <dgm:prSet presAssocID="{7DD8F7EB-D47F-4FDF-946E-B0B7D08B452A}" presName="dstNode" presStyleLbl="node1" presStyleIdx="0" presStyleCnt="3"/>
      <dgm:spPr/>
    </dgm:pt>
    <dgm:pt modelId="{F0F64009-4C25-4FAD-887A-F7FE6862508A}" type="pres">
      <dgm:prSet presAssocID="{CD1FF913-D11A-4367-91CA-A67F91D97625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5B353A7-A266-4FF7-ABC3-63AE8236F457}" type="pres">
      <dgm:prSet presAssocID="{CD1FF913-D11A-4367-91CA-A67F91D97625}" presName="accent_1" presStyleCnt="0"/>
      <dgm:spPr/>
    </dgm:pt>
    <dgm:pt modelId="{9B2DAF2E-16CC-423E-869C-36A0DBDF17CA}" type="pres">
      <dgm:prSet presAssocID="{CD1FF913-D11A-4367-91CA-A67F91D97625}" presName="accentRepeatNode" presStyleLbl="solidFgAcc1" presStyleIdx="0" presStyleCnt="3"/>
      <dgm:spPr/>
    </dgm:pt>
    <dgm:pt modelId="{C24A76AF-57A0-4F39-86EF-E7B48F180018}" type="pres">
      <dgm:prSet presAssocID="{D2108EDF-E0F0-424D-8928-C47805EB0DD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75C3BD0-2990-4479-89B3-7B3A0BB3D068}" type="pres">
      <dgm:prSet presAssocID="{D2108EDF-E0F0-424D-8928-C47805EB0DD4}" presName="accent_2" presStyleCnt="0"/>
      <dgm:spPr/>
    </dgm:pt>
    <dgm:pt modelId="{768B7FCE-E802-427C-83A2-5DF7E068318D}" type="pres">
      <dgm:prSet presAssocID="{D2108EDF-E0F0-424D-8928-C47805EB0DD4}" presName="accentRepeatNode" presStyleLbl="solidFgAcc1" presStyleIdx="1" presStyleCnt="3"/>
      <dgm:spPr/>
    </dgm:pt>
    <dgm:pt modelId="{A7F9470A-3023-4F4D-9DFE-576413DF5F1F}" type="pres">
      <dgm:prSet presAssocID="{28706C53-5F20-45EE-83E9-14EC5BCF4931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3863584-85A6-4104-8AC2-C5A375906481}" type="pres">
      <dgm:prSet presAssocID="{28706C53-5F20-45EE-83E9-14EC5BCF4931}" presName="accent_3" presStyleCnt="0"/>
      <dgm:spPr/>
    </dgm:pt>
    <dgm:pt modelId="{741410F6-C270-4AFF-8014-DF365A990517}" type="pres">
      <dgm:prSet presAssocID="{28706C53-5F20-45EE-83E9-14EC5BCF4931}" presName="accentRepeatNode" presStyleLbl="solidFgAcc1" presStyleIdx="2" presStyleCnt="3"/>
      <dgm:spPr/>
    </dgm:pt>
  </dgm:ptLst>
  <dgm:cxnLst>
    <dgm:cxn modelId="{38411FA5-B98D-444C-8A46-4AF4EBFA3034}" type="presOf" srcId="{7DD8F7EB-D47F-4FDF-946E-B0B7D08B452A}" destId="{593833AF-2A18-40C4-8910-8AA7F218D14D}" srcOrd="0" destOrd="0" presId="urn:microsoft.com/office/officeart/2008/layout/VerticalCurvedList"/>
    <dgm:cxn modelId="{4694A804-395E-4CA5-A39C-002F1330BBD5}" type="presOf" srcId="{D2108EDF-E0F0-424D-8928-C47805EB0DD4}" destId="{C24A76AF-57A0-4F39-86EF-E7B48F180018}" srcOrd="0" destOrd="0" presId="urn:microsoft.com/office/officeart/2008/layout/VerticalCurvedList"/>
    <dgm:cxn modelId="{EAD47842-194E-4009-9AB4-F7D1A144CD00}" srcId="{7DD8F7EB-D47F-4FDF-946E-B0B7D08B452A}" destId="{CD1FF913-D11A-4367-91CA-A67F91D97625}" srcOrd="0" destOrd="0" parTransId="{3F84FA69-BDDC-487F-BC43-F2104643E91F}" sibTransId="{9AFD8CC8-6039-4A96-85B1-E8535446E468}"/>
    <dgm:cxn modelId="{4AD7BCF6-D3A5-4590-B59A-0225742942F0}" type="presOf" srcId="{28706C53-5F20-45EE-83E9-14EC5BCF4931}" destId="{A7F9470A-3023-4F4D-9DFE-576413DF5F1F}" srcOrd="0" destOrd="0" presId="urn:microsoft.com/office/officeart/2008/layout/VerticalCurvedList"/>
    <dgm:cxn modelId="{8F1F9451-2208-40B0-B5EB-0D6C1B45518B}" srcId="{7DD8F7EB-D47F-4FDF-946E-B0B7D08B452A}" destId="{28706C53-5F20-45EE-83E9-14EC5BCF4931}" srcOrd="2" destOrd="0" parTransId="{E855FB42-58AE-46CA-A58E-5F223A34CC62}" sibTransId="{71B7BB64-51ED-4389-BF65-6CAB78C054EE}"/>
    <dgm:cxn modelId="{EB3B8886-CF43-4DD4-8084-7387EF051A2F}" srcId="{7DD8F7EB-D47F-4FDF-946E-B0B7D08B452A}" destId="{D2108EDF-E0F0-424D-8928-C47805EB0DD4}" srcOrd="1" destOrd="0" parTransId="{392619F8-5B63-48F0-85F9-A797D7FCAC2E}" sibTransId="{ACDD748A-4610-4F0E-9283-7431DF7D0657}"/>
    <dgm:cxn modelId="{8A2723E6-0514-41C3-AED9-722705877846}" type="presOf" srcId="{9AFD8CC8-6039-4A96-85B1-E8535446E468}" destId="{BC44D27A-7FB5-43F3-9DF8-96B3268E11F2}" srcOrd="0" destOrd="0" presId="urn:microsoft.com/office/officeart/2008/layout/VerticalCurvedList"/>
    <dgm:cxn modelId="{2F36BFEE-2C27-4F37-8BBE-81C7FCA0F6D7}" type="presOf" srcId="{CD1FF913-D11A-4367-91CA-A67F91D97625}" destId="{F0F64009-4C25-4FAD-887A-F7FE6862508A}" srcOrd="0" destOrd="0" presId="urn:microsoft.com/office/officeart/2008/layout/VerticalCurvedList"/>
    <dgm:cxn modelId="{31694B1C-832C-4886-AB1E-003856C90483}" type="presParOf" srcId="{593833AF-2A18-40C4-8910-8AA7F218D14D}" destId="{C29D1F8A-D659-4935-B0A2-6AD67352FC86}" srcOrd="0" destOrd="0" presId="urn:microsoft.com/office/officeart/2008/layout/VerticalCurvedList"/>
    <dgm:cxn modelId="{2BF2D8D4-7019-49AF-91A1-ACF621517B6E}" type="presParOf" srcId="{C29D1F8A-D659-4935-B0A2-6AD67352FC86}" destId="{25D65368-A7B3-4C4F-B37B-B1FC734D401F}" srcOrd="0" destOrd="0" presId="urn:microsoft.com/office/officeart/2008/layout/VerticalCurvedList"/>
    <dgm:cxn modelId="{3E9784AC-7610-49E5-9FD7-384064ED75F3}" type="presParOf" srcId="{25D65368-A7B3-4C4F-B37B-B1FC734D401F}" destId="{E46E21B1-C571-495E-A4A1-6EFAA4D942A7}" srcOrd="0" destOrd="0" presId="urn:microsoft.com/office/officeart/2008/layout/VerticalCurvedList"/>
    <dgm:cxn modelId="{91EFED73-39C4-4569-B5CD-37BF4BABADA4}" type="presParOf" srcId="{25D65368-A7B3-4C4F-B37B-B1FC734D401F}" destId="{BC44D27A-7FB5-43F3-9DF8-96B3268E11F2}" srcOrd="1" destOrd="0" presId="urn:microsoft.com/office/officeart/2008/layout/VerticalCurvedList"/>
    <dgm:cxn modelId="{ECBA2E3B-2B5D-4FE4-AD6C-A13931F6A847}" type="presParOf" srcId="{25D65368-A7B3-4C4F-B37B-B1FC734D401F}" destId="{2FF2D651-13F7-45B7-8069-418191BF6E36}" srcOrd="2" destOrd="0" presId="urn:microsoft.com/office/officeart/2008/layout/VerticalCurvedList"/>
    <dgm:cxn modelId="{732C4774-316C-4F8C-9EFB-B77642D089C3}" type="presParOf" srcId="{25D65368-A7B3-4C4F-B37B-B1FC734D401F}" destId="{30FF67FF-B6C3-4E9F-AF0D-7B371A9C3B48}" srcOrd="3" destOrd="0" presId="urn:microsoft.com/office/officeart/2008/layout/VerticalCurvedList"/>
    <dgm:cxn modelId="{1E70580C-8043-466E-97FA-ADEB5E4F64ED}" type="presParOf" srcId="{C29D1F8A-D659-4935-B0A2-6AD67352FC86}" destId="{F0F64009-4C25-4FAD-887A-F7FE6862508A}" srcOrd="1" destOrd="0" presId="urn:microsoft.com/office/officeart/2008/layout/VerticalCurvedList"/>
    <dgm:cxn modelId="{49E8E37B-4DAC-4CD5-9B26-E4C070D1DE56}" type="presParOf" srcId="{C29D1F8A-D659-4935-B0A2-6AD67352FC86}" destId="{35B353A7-A266-4FF7-ABC3-63AE8236F457}" srcOrd="2" destOrd="0" presId="urn:microsoft.com/office/officeart/2008/layout/VerticalCurvedList"/>
    <dgm:cxn modelId="{9656709B-2DBD-488A-9877-33BB6270ADC6}" type="presParOf" srcId="{35B353A7-A266-4FF7-ABC3-63AE8236F457}" destId="{9B2DAF2E-16CC-423E-869C-36A0DBDF17CA}" srcOrd="0" destOrd="0" presId="urn:microsoft.com/office/officeart/2008/layout/VerticalCurvedList"/>
    <dgm:cxn modelId="{F2D911C9-0788-401F-9164-F1D1F2A91D01}" type="presParOf" srcId="{C29D1F8A-D659-4935-B0A2-6AD67352FC86}" destId="{C24A76AF-57A0-4F39-86EF-E7B48F180018}" srcOrd="3" destOrd="0" presId="urn:microsoft.com/office/officeart/2008/layout/VerticalCurvedList"/>
    <dgm:cxn modelId="{CBE02535-757F-4D20-98FE-A150383C9435}" type="presParOf" srcId="{C29D1F8A-D659-4935-B0A2-6AD67352FC86}" destId="{675C3BD0-2990-4479-89B3-7B3A0BB3D068}" srcOrd="4" destOrd="0" presId="urn:microsoft.com/office/officeart/2008/layout/VerticalCurvedList"/>
    <dgm:cxn modelId="{BF2B167B-DE87-4A71-8AD1-545DA19A6F1E}" type="presParOf" srcId="{675C3BD0-2990-4479-89B3-7B3A0BB3D068}" destId="{768B7FCE-E802-427C-83A2-5DF7E068318D}" srcOrd="0" destOrd="0" presId="urn:microsoft.com/office/officeart/2008/layout/VerticalCurvedList"/>
    <dgm:cxn modelId="{C7699D48-2B87-43D5-8846-9BA1DB2E7161}" type="presParOf" srcId="{C29D1F8A-D659-4935-B0A2-6AD67352FC86}" destId="{A7F9470A-3023-4F4D-9DFE-576413DF5F1F}" srcOrd="5" destOrd="0" presId="urn:microsoft.com/office/officeart/2008/layout/VerticalCurvedList"/>
    <dgm:cxn modelId="{FBFB4EFC-7FE2-4171-8D0F-68E49813FD5D}" type="presParOf" srcId="{C29D1F8A-D659-4935-B0A2-6AD67352FC86}" destId="{43863584-85A6-4104-8AC2-C5A375906481}" srcOrd="6" destOrd="0" presId="urn:microsoft.com/office/officeart/2008/layout/VerticalCurvedList"/>
    <dgm:cxn modelId="{67020027-3474-4CDA-BBB2-B88BB84DD0A3}" type="presParOf" srcId="{43863584-85A6-4104-8AC2-C5A375906481}" destId="{741410F6-C270-4AFF-8014-DF365A99051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F65676-498D-47FB-AAEF-3EBB63FC467E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CF58685C-6137-48F3-98D7-164815EBFD51}">
      <dgm:prSet phldrT="[Texto]"/>
      <dgm:spPr/>
      <dgm:t>
        <a:bodyPr/>
        <a:lstStyle/>
        <a:p>
          <a:r>
            <a:rPr lang="es-ES" dirty="0"/>
            <a:t>busca </a:t>
          </a:r>
          <a:r>
            <a:rPr lang="es-ES" b="1" dirty="0"/>
            <a:t>acrecentar el conocimiento </a:t>
          </a:r>
          <a:r>
            <a:rPr lang="es-ES" dirty="0"/>
            <a:t>sobre algún fenómeno de la realidad (= objetivo </a:t>
          </a:r>
          <a:r>
            <a:rPr lang="es-ES" b="1" dirty="0"/>
            <a:t>cognitivo</a:t>
          </a:r>
          <a:r>
            <a:rPr lang="es-ES" dirty="0"/>
            <a:t>)</a:t>
          </a:r>
        </a:p>
      </dgm:t>
    </dgm:pt>
    <dgm:pt modelId="{3472C24C-F357-4C87-BA7E-69EE654CFCCD}" type="parTrans" cxnId="{3D731890-6AB3-4A5F-8CEC-CEACED255023}">
      <dgm:prSet/>
      <dgm:spPr/>
      <dgm:t>
        <a:bodyPr/>
        <a:lstStyle/>
        <a:p>
          <a:endParaRPr lang="es-ES"/>
        </a:p>
      </dgm:t>
    </dgm:pt>
    <dgm:pt modelId="{2C143BC3-A740-4441-92A3-A59E9D5C0039}" type="sibTrans" cxnId="{3D731890-6AB3-4A5F-8CEC-CEACED255023}">
      <dgm:prSet/>
      <dgm:spPr/>
      <dgm:t>
        <a:bodyPr/>
        <a:lstStyle/>
        <a:p>
          <a:endParaRPr lang="es-ES"/>
        </a:p>
      </dgm:t>
    </dgm:pt>
    <dgm:pt modelId="{FE2132BF-CBF3-4DAE-9964-5CA1990687AA}">
      <dgm:prSet phldrT="[Texto]"/>
      <dgm:spPr/>
      <dgm:t>
        <a:bodyPr/>
        <a:lstStyle/>
        <a:p>
          <a:r>
            <a:rPr lang="es-ES" dirty="0"/>
            <a:t>tiene una </a:t>
          </a:r>
          <a:r>
            <a:rPr lang="es-ES" b="1" dirty="0"/>
            <a:t>implicancia estrecha con las preguntas de investigación </a:t>
          </a:r>
          <a:r>
            <a:rPr lang="es-ES" dirty="0"/>
            <a:t>y contienen los mismos conceptos teóricos.</a:t>
          </a:r>
        </a:p>
      </dgm:t>
    </dgm:pt>
    <dgm:pt modelId="{22A0B3D4-67C2-4E38-8ECD-2B72841B5CF3}" type="parTrans" cxnId="{D2757A66-CFA9-4FD8-9D31-8D767F5918F1}">
      <dgm:prSet/>
      <dgm:spPr/>
      <dgm:t>
        <a:bodyPr/>
        <a:lstStyle/>
        <a:p>
          <a:endParaRPr lang="es-ES"/>
        </a:p>
      </dgm:t>
    </dgm:pt>
    <dgm:pt modelId="{6C7C3C95-BBD1-43EB-9DEA-AD86A2CF202B}" type="sibTrans" cxnId="{D2757A66-CFA9-4FD8-9D31-8D767F5918F1}">
      <dgm:prSet/>
      <dgm:spPr/>
      <dgm:t>
        <a:bodyPr/>
        <a:lstStyle/>
        <a:p>
          <a:endParaRPr lang="es-ES"/>
        </a:p>
      </dgm:t>
    </dgm:pt>
    <dgm:pt modelId="{C0E61178-947B-4E75-977E-044000046B7A}">
      <dgm:prSet/>
      <dgm:spPr/>
      <dgm:t>
        <a:bodyPr/>
        <a:lstStyle/>
        <a:p>
          <a:r>
            <a:rPr lang="es-ES" dirty="0"/>
            <a:t>se expresa mediante una </a:t>
          </a:r>
          <a:r>
            <a:rPr lang="es-ES" b="1" dirty="0"/>
            <a:t>proposición</a:t>
          </a:r>
          <a:r>
            <a:rPr lang="es-ES" dirty="0"/>
            <a:t> encabezada con un </a:t>
          </a:r>
          <a:r>
            <a:rPr lang="es-ES" b="1" dirty="0"/>
            <a:t>verbo en infinitivo</a:t>
          </a:r>
          <a:r>
            <a:rPr lang="es-ES" dirty="0"/>
            <a:t>,  la intención del investigador de abordar algún aspecto de la realidad a investigar;</a:t>
          </a:r>
        </a:p>
      </dgm:t>
    </dgm:pt>
    <dgm:pt modelId="{C6B2FA6F-484B-4B38-9A4E-5BBAFFF9F281}" type="parTrans" cxnId="{D704EA4C-0A8A-4713-9945-A4A0E05B88D3}">
      <dgm:prSet/>
      <dgm:spPr/>
      <dgm:t>
        <a:bodyPr/>
        <a:lstStyle/>
        <a:p>
          <a:endParaRPr lang="es-ES"/>
        </a:p>
      </dgm:t>
    </dgm:pt>
    <dgm:pt modelId="{5491726F-7044-4CF3-A36D-27C54DF8A849}" type="sibTrans" cxnId="{D704EA4C-0A8A-4713-9945-A4A0E05B88D3}">
      <dgm:prSet/>
      <dgm:spPr/>
      <dgm:t>
        <a:bodyPr/>
        <a:lstStyle/>
        <a:p>
          <a:endParaRPr lang="es-ES"/>
        </a:p>
      </dgm:t>
    </dgm:pt>
    <dgm:pt modelId="{1022E56E-8D9A-4FE3-AF38-79248CA60A85}" type="pres">
      <dgm:prSet presAssocID="{6EF65676-498D-47FB-AAEF-3EBB63FC467E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s-ES"/>
        </a:p>
      </dgm:t>
    </dgm:pt>
    <dgm:pt modelId="{4E3D8CCA-BBD8-4FB8-8E58-FE5F292CEC63}" type="pres">
      <dgm:prSet presAssocID="{6EF65676-498D-47FB-AAEF-3EBB63FC467E}" presName="Name1" presStyleCnt="0"/>
      <dgm:spPr/>
    </dgm:pt>
    <dgm:pt modelId="{BE6B0C51-9F66-4600-B0CA-3119B669CC43}" type="pres">
      <dgm:prSet presAssocID="{6EF65676-498D-47FB-AAEF-3EBB63FC467E}" presName="cycle" presStyleCnt="0"/>
      <dgm:spPr/>
    </dgm:pt>
    <dgm:pt modelId="{FBCFC4A6-9898-487F-8180-422B49BDC5EF}" type="pres">
      <dgm:prSet presAssocID="{6EF65676-498D-47FB-AAEF-3EBB63FC467E}" presName="srcNode" presStyleLbl="node1" presStyleIdx="0" presStyleCnt="3"/>
      <dgm:spPr/>
    </dgm:pt>
    <dgm:pt modelId="{0536433B-B2AF-4033-9BD3-22C715A38699}" type="pres">
      <dgm:prSet presAssocID="{6EF65676-498D-47FB-AAEF-3EBB63FC467E}" presName="conn" presStyleLbl="parChTrans1D2" presStyleIdx="0" presStyleCnt="1"/>
      <dgm:spPr/>
      <dgm:t>
        <a:bodyPr/>
        <a:lstStyle/>
        <a:p>
          <a:endParaRPr lang="es-ES"/>
        </a:p>
      </dgm:t>
    </dgm:pt>
    <dgm:pt modelId="{C0CF4AB1-DCC6-48FB-BF68-4AFB55B7EF03}" type="pres">
      <dgm:prSet presAssocID="{6EF65676-498D-47FB-AAEF-3EBB63FC467E}" presName="extraNode" presStyleLbl="node1" presStyleIdx="0" presStyleCnt="3"/>
      <dgm:spPr/>
    </dgm:pt>
    <dgm:pt modelId="{F7CCDAAE-0158-4EC5-8234-13F6A95D76DB}" type="pres">
      <dgm:prSet presAssocID="{6EF65676-498D-47FB-AAEF-3EBB63FC467E}" presName="dstNode" presStyleLbl="node1" presStyleIdx="0" presStyleCnt="3"/>
      <dgm:spPr/>
    </dgm:pt>
    <dgm:pt modelId="{DB9489B2-7E80-476D-9B8C-2B8445611DC5}" type="pres">
      <dgm:prSet presAssocID="{CF58685C-6137-48F3-98D7-164815EBFD51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FB55A85-2BEA-4FA1-B5FD-1B998E1786FD}" type="pres">
      <dgm:prSet presAssocID="{CF58685C-6137-48F3-98D7-164815EBFD51}" presName="accent_1" presStyleCnt="0"/>
      <dgm:spPr/>
    </dgm:pt>
    <dgm:pt modelId="{1F7D076C-7EE8-4C50-B86C-B5E70AD89D47}" type="pres">
      <dgm:prSet presAssocID="{CF58685C-6137-48F3-98D7-164815EBFD51}" presName="accentRepeatNode" presStyleLbl="solidFgAcc1" presStyleIdx="0" presStyleCnt="3"/>
      <dgm:spPr/>
    </dgm:pt>
    <dgm:pt modelId="{869A7499-B782-4610-971D-2B6E692B153D}" type="pres">
      <dgm:prSet presAssocID="{C0E61178-947B-4E75-977E-044000046B7A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65F6F7D-D732-4DD9-8595-8D8685706B99}" type="pres">
      <dgm:prSet presAssocID="{C0E61178-947B-4E75-977E-044000046B7A}" presName="accent_2" presStyleCnt="0"/>
      <dgm:spPr/>
    </dgm:pt>
    <dgm:pt modelId="{A5AAE5E3-2798-41E8-BC2E-A80F23CEB749}" type="pres">
      <dgm:prSet presAssocID="{C0E61178-947B-4E75-977E-044000046B7A}" presName="accentRepeatNode" presStyleLbl="solidFgAcc1" presStyleIdx="1" presStyleCnt="3"/>
      <dgm:spPr/>
    </dgm:pt>
    <dgm:pt modelId="{BE7ADD25-FAC7-4983-802A-32E68A73DD3D}" type="pres">
      <dgm:prSet presAssocID="{FE2132BF-CBF3-4DAE-9964-5CA1990687AA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BFB108A-1C96-4195-BDB7-4BB047F2DEEC}" type="pres">
      <dgm:prSet presAssocID="{FE2132BF-CBF3-4DAE-9964-5CA1990687AA}" presName="accent_3" presStyleCnt="0"/>
      <dgm:spPr/>
    </dgm:pt>
    <dgm:pt modelId="{05E6E69B-5D13-45A3-AF04-9283C781E061}" type="pres">
      <dgm:prSet presAssocID="{FE2132BF-CBF3-4DAE-9964-5CA1990687AA}" presName="accentRepeatNode" presStyleLbl="solidFgAcc1" presStyleIdx="2" presStyleCnt="3"/>
      <dgm:spPr/>
    </dgm:pt>
  </dgm:ptLst>
  <dgm:cxnLst>
    <dgm:cxn modelId="{4D02BC26-ECAB-4010-8F92-3D66A1D41604}" type="presOf" srcId="{FE2132BF-CBF3-4DAE-9964-5CA1990687AA}" destId="{BE7ADD25-FAC7-4983-802A-32E68A73DD3D}" srcOrd="0" destOrd="0" presId="urn:microsoft.com/office/officeart/2008/layout/VerticalCurvedList"/>
    <dgm:cxn modelId="{42C9B98A-3F2D-42BC-9FA0-851CD2159595}" type="presOf" srcId="{2C143BC3-A740-4441-92A3-A59E9D5C0039}" destId="{0536433B-B2AF-4033-9BD3-22C715A38699}" srcOrd="0" destOrd="0" presId="urn:microsoft.com/office/officeart/2008/layout/VerticalCurvedList"/>
    <dgm:cxn modelId="{9D15E554-3AA7-4E75-88C0-9D35E2F86F44}" type="presOf" srcId="{CF58685C-6137-48F3-98D7-164815EBFD51}" destId="{DB9489B2-7E80-476D-9B8C-2B8445611DC5}" srcOrd="0" destOrd="0" presId="urn:microsoft.com/office/officeart/2008/layout/VerticalCurvedList"/>
    <dgm:cxn modelId="{EC26737A-AAC3-4878-A2F2-21A192EFE5FF}" type="presOf" srcId="{C0E61178-947B-4E75-977E-044000046B7A}" destId="{869A7499-B782-4610-971D-2B6E692B153D}" srcOrd="0" destOrd="0" presId="urn:microsoft.com/office/officeart/2008/layout/VerticalCurvedList"/>
    <dgm:cxn modelId="{D704EA4C-0A8A-4713-9945-A4A0E05B88D3}" srcId="{6EF65676-498D-47FB-AAEF-3EBB63FC467E}" destId="{C0E61178-947B-4E75-977E-044000046B7A}" srcOrd="1" destOrd="0" parTransId="{C6B2FA6F-484B-4B38-9A4E-5BBAFFF9F281}" sibTransId="{5491726F-7044-4CF3-A36D-27C54DF8A849}"/>
    <dgm:cxn modelId="{D2757A66-CFA9-4FD8-9D31-8D767F5918F1}" srcId="{6EF65676-498D-47FB-AAEF-3EBB63FC467E}" destId="{FE2132BF-CBF3-4DAE-9964-5CA1990687AA}" srcOrd="2" destOrd="0" parTransId="{22A0B3D4-67C2-4E38-8ECD-2B72841B5CF3}" sibTransId="{6C7C3C95-BBD1-43EB-9DEA-AD86A2CF202B}"/>
    <dgm:cxn modelId="{3D731890-6AB3-4A5F-8CEC-CEACED255023}" srcId="{6EF65676-498D-47FB-AAEF-3EBB63FC467E}" destId="{CF58685C-6137-48F3-98D7-164815EBFD51}" srcOrd="0" destOrd="0" parTransId="{3472C24C-F357-4C87-BA7E-69EE654CFCCD}" sibTransId="{2C143BC3-A740-4441-92A3-A59E9D5C0039}"/>
    <dgm:cxn modelId="{B86A952A-1F58-4434-B9E8-25D5F57638F0}" type="presOf" srcId="{6EF65676-498D-47FB-AAEF-3EBB63FC467E}" destId="{1022E56E-8D9A-4FE3-AF38-79248CA60A85}" srcOrd="0" destOrd="0" presId="urn:microsoft.com/office/officeart/2008/layout/VerticalCurvedList"/>
    <dgm:cxn modelId="{6F2C9FF1-F3B0-420E-8BB5-C5CA33E16502}" type="presParOf" srcId="{1022E56E-8D9A-4FE3-AF38-79248CA60A85}" destId="{4E3D8CCA-BBD8-4FB8-8E58-FE5F292CEC63}" srcOrd="0" destOrd="0" presId="urn:microsoft.com/office/officeart/2008/layout/VerticalCurvedList"/>
    <dgm:cxn modelId="{B3D6853D-603E-4497-BA0C-9F457F71DD2F}" type="presParOf" srcId="{4E3D8CCA-BBD8-4FB8-8E58-FE5F292CEC63}" destId="{BE6B0C51-9F66-4600-B0CA-3119B669CC43}" srcOrd="0" destOrd="0" presId="urn:microsoft.com/office/officeart/2008/layout/VerticalCurvedList"/>
    <dgm:cxn modelId="{C03C9AA3-007B-45A8-95BC-2A4F7F874700}" type="presParOf" srcId="{BE6B0C51-9F66-4600-B0CA-3119B669CC43}" destId="{FBCFC4A6-9898-487F-8180-422B49BDC5EF}" srcOrd="0" destOrd="0" presId="urn:microsoft.com/office/officeart/2008/layout/VerticalCurvedList"/>
    <dgm:cxn modelId="{DD661D63-2621-4EC1-A5EC-63CFF8543DC1}" type="presParOf" srcId="{BE6B0C51-9F66-4600-B0CA-3119B669CC43}" destId="{0536433B-B2AF-4033-9BD3-22C715A38699}" srcOrd="1" destOrd="0" presId="urn:microsoft.com/office/officeart/2008/layout/VerticalCurvedList"/>
    <dgm:cxn modelId="{7DBE40A8-9833-46D0-B887-DAC64C26CEA7}" type="presParOf" srcId="{BE6B0C51-9F66-4600-B0CA-3119B669CC43}" destId="{C0CF4AB1-DCC6-48FB-BF68-4AFB55B7EF03}" srcOrd="2" destOrd="0" presId="urn:microsoft.com/office/officeart/2008/layout/VerticalCurvedList"/>
    <dgm:cxn modelId="{C9BCD17C-7077-4D9B-9489-E8ACB7FB66DF}" type="presParOf" srcId="{BE6B0C51-9F66-4600-B0CA-3119B669CC43}" destId="{F7CCDAAE-0158-4EC5-8234-13F6A95D76DB}" srcOrd="3" destOrd="0" presId="urn:microsoft.com/office/officeart/2008/layout/VerticalCurvedList"/>
    <dgm:cxn modelId="{D4E7E7F7-BA36-438F-A24C-850D911B35D4}" type="presParOf" srcId="{4E3D8CCA-BBD8-4FB8-8E58-FE5F292CEC63}" destId="{DB9489B2-7E80-476D-9B8C-2B8445611DC5}" srcOrd="1" destOrd="0" presId="urn:microsoft.com/office/officeart/2008/layout/VerticalCurvedList"/>
    <dgm:cxn modelId="{D95C1295-13DE-4F29-9F6E-7A6E9D490511}" type="presParOf" srcId="{4E3D8CCA-BBD8-4FB8-8E58-FE5F292CEC63}" destId="{5FB55A85-2BEA-4FA1-B5FD-1B998E1786FD}" srcOrd="2" destOrd="0" presId="urn:microsoft.com/office/officeart/2008/layout/VerticalCurvedList"/>
    <dgm:cxn modelId="{1F20E5DE-D3DE-4C18-9E67-9F0BD6772B31}" type="presParOf" srcId="{5FB55A85-2BEA-4FA1-B5FD-1B998E1786FD}" destId="{1F7D076C-7EE8-4C50-B86C-B5E70AD89D47}" srcOrd="0" destOrd="0" presId="urn:microsoft.com/office/officeart/2008/layout/VerticalCurvedList"/>
    <dgm:cxn modelId="{7E6ED5B3-F224-4A4D-A03E-863E9DE4B02A}" type="presParOf" srcId="{4E3D8CCA-BBD8-4FB8-8E58-FE5F292CEC63}" destId="{869A7499-B782-4610-971D-2B6E692B153D}" srcOrd="3" destOrd="0" presId="urn:microsoft.com/office/officeart/2008/layout/VerticalCurvedList"/>
    <dgm:cxn modelId="{43F3D3AE-10C2-41A5-ACA3-CC0D3821278D}" type="presParOf" srcId="{4E3D8CCA-BBD8-4FB8-8E58-FE5F292CEC63}" destId="{865F6F7D-D732-4DD9-8595-8D8685706B99}" srcOrd="4" destOrd="0" presId="urn:microsoft.com/office/officeart/2008/layout/VerticalCurvedList"/>
    <dgm:cxn modelId="{2D09C18B-28BE-4AB6-B024-387E66479191}" type="presParOf" srcId="{865F6F7D-D732-4DD9-8595-8D8685706B99}" destId="{A5AAE5E3-2798-41E8-BC2E-A80F23CEB749}" srcOrd="0" destOrd="0" presId="urn:microsoft.com/office/officeart/2008/layout/VerticalCurvedList"/>
    <dgm:cxn modelId="{6E8A7F7A-1841-498E-8CB6-1023C46569FF}" type="presParOf" srcId="{4E3D8CCA-BBD8-4FB8-8E58-FE5F292CEC63}" destId="{BE7ADD25-FAC7-4983-802A-32E68A73DD3D}" srcOrd="5" destOrd="0" presId="urn:microsoft.com/office/officeart/2008/layout/VerticalCurvedList"/>
    <dgm:cxn modelId="{88902C32-52FF-486E-8C36-FB6F4EEDE538}" type="presParOf" srcId="{4E3D8CCA-BBD8-4FB8-8E58-FE5F292CEC63}" destId="{4BFB108A-1C96-4195-BDB7-4BB047F2DEEC}" srcOrd="6" destOrd="0" presId="urn:microsoft.com/office/officeart/2008/layout/VerticalCurvedList"/>
    <dgm:cxn modelId="{271B5F1D-2296-498B-8661-8F7B8F411E89}" type="presParOf" srcId="{4BFB108A-1C96-4195-BDB7-4BB047F2DEEC}" destId="{05E6E69B-5D13-45A3-AF04-9283C781E0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7D6E8C-F460-4C6F-A0FD-61F08C6066AA}" type="doc">
      <dgm:prSet loTypeId="urn:microsoft.com/office/officeart/2005/8/layout/hProcess7#2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8C91AC34-D32A-4EB5-93A1-25EBF9A20D07}">
      <dgm:prSet phldrT="[Texto]" custT="1"/>
      <dgm:spPr/>
      <dgm:t>
        <a:bodyPr/>
        <a:lstStyle/>
        <a:p>
          <a:pPr algn="ctr"/>
          <a:endParaRPr lang="es-ES" sz="1800" b="1" dirty="0"/>
        </a:p>
      </dgm:t>
    </dgm:pt>
    <dgm:pt modelId="{6652087F-111A-4974-8A1B-EC25BF0DBCD7}" type="par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E9D5064C-F8ED-4642-89D5-41196F79E0E4}" type="sib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1E390E15-EB8D-4B60-92E0-60A1BAD39BE3}">
      <dgm:prSet phldrT="[Texto]" custT="1"/>
      <dgm:spPr/>
      <dgm:t>
        <a:bodyPr/>
        <a:lstStyle/>
        <a:p>
          <a:pPr algn="ctr"/>
          <a:r>
            <a:rPr lang="es-ES" sz="1800" b="1" dirty="0"/>
            <a:t>Objetivos</a:t>
          </a:r>
        </a:p>
      </dgm:t>
    </dgm:pt>
    <dgm:pt modelId="{A23025EC-7D1A-4E3B-A288-5E664ABE2523}" type="parTrans" cxnId="{2A2A2166-336D-4C31-8626-D3A372499A88}">
      <dgm:prSet/>
      <dgm:spPr/>
      <dgm:t>
        <a:bodyPr/>
        <a:lstStyle/>
        <a:p>
          <a:endParaRPr lang="es-ES"/>
        </a:p>
      </dgm:t>
    </dgm:pt>
    <dgm:pt modelId="{DD0E4BC2-3C87-4B73-A14F-AAAEC1993D4A}" type="sibTrans" cxnId="{2A2A2166-336D-4C31-8626-D3A372499A88}">
      <dgm:prSet/>
      <dgm:spPr/>
      <dgm:t>
        <a:bodyPr/>
        <a:lstStyle/>
        <a:p>
          <a:endParaRPr lang="es-ES"/>
        </a:p>
      </dgm:t>
    </dgm:pt>
    <dgm:pt modelId="{1BD7B13D-60BF-1A43-968F-E491CC8F90B0}">
      <dgm:prSet custT="1"/>
      <dgm:spPr/>
      <dgm:t>
        <a:bodyPr/>
        <a:lstStyle/>
        <a:p>
          <a:r>
            <a:rPr lang="es-ES" sz="1800" b="1"/>
            <a:t>- Pregunta problema (general)</a:t>
          </a:r>
          <a:endParaRPr lang="es-ES" sz="1800" b="1" dirty="0"/>
        </a:p>
      </dgm:t>
    </dgm:pt>
    <dgm:pt modelId="{85D70702-1254-5843-A43A-4BD398B73F15}" type="parTrans" cxnId="{0B96251D-F93C-0D4B-81F6-ACDF32DAE379}">
      <dgm:prSet/>
      <dgm:spPr/>
      <dgm:t>
        <a:bodyPr/>
        <a:lstStyle/>
        <a:p>
          <a:endParaRPr lang="es-ES"/>
        </a:p>
      </dgm:t>
    </dgm:pt>
    <dgm:pt modelId="{AEA8357D-713E-CA44-B2F0-8BE05F1AFA38}" type="sibTrans" cxnId="{0B96251D-F93C-0D4B-81F6-ACDF32DAE379}">
      <dgm:prSet/>
      <dgm:spPr/>
      <dgm:t>
        <a:bodyPr/>
        <a:lstStyle/>
        <a:p>
          <a:endParaRPr lang="es-ES"/>
        </a:p>
      </dgm:t>
    </dgm:pt>
    <dgm:pt modelId="{386AFBA9-5C6D-9E4C-8288-D70C14EB1294}">
      <dgm:prSet custT="1"/>
      <dgm:spPr/>
      <dgm:t>
        <a:bodyPr/>
        <a:lstStyle/>
        <a:p>
          <a:r>
            <a:rPr lang="es-ES" sz="1800" b="1" dirty="0"/>
            <a:t>- Objetivo general </a:t>
          </a:r>
        </a:p>
      </dgm:t>
    </dgm:pt>
    <dgm:pt modelId="{2D55EFEC-C5C5-B748-A643-314A4D685B64}" type="parTrans" cxnId="{BEEC0B97-82D3-3B45-AA6F-C84C3F6647AD}">
      <dgm:prSet/>
      <dgm:spPr/>
      <dgm:t>
        <a:bodyPr/>
        <a:lstStyle/>
        <a:p>
          <a:endParaRPr lang="es-ES"/>
        </a:p>
      </dgm:t>
    </dgm:pt>
    <dgm:pt modelId="{C8040E26-FA63-DD43-83E0-574E535E8B27}" type="sibTrans" cxnId="{BEEC0B97-82D3-3B45-AA6F-C84C3F6647AD}">
      <dgm:prSet/>
      <dgm:spPr/>
      <dgm:t>
        <a:bodyPr/>
        <a:lstStyle/>
        <a:p>
          <a:endParaRPr lang="es-ES"/>
        </a:p>
      </dgm:t>
    </dgm:pt>
    <dgm:pt modelId="{3648DC61-6C15-5645-A2DD-E1E95B20809F}">
      <dgm:prSet custT="1"/>
      <dgm:spPr/>
      <dgm:t>
        <a:bodyPr/>
        <a:lstStyle/>
        <a:p>
          <a:r>
            <a:rPr lang="es-ES" sz="1800" b="1" dirty="0"/>
            <a:t>Explicar </a:t>
          </a:r>
          <a:r>
            <a:rPr lang="es-ES" sz="1800" b="0" dirty="0"/>
            <a:t>el comportamiento de las principales variables implicadas en las cohortes ingresantes al FCE en el período 2010-2016.</a:t>
          </a:r>
        </a:p>
      </dgm:t>
    </dgm:pt>
    <dgm:pt modelId="{F559C864-59DA-034F-A06B-40B845EA0965}" type="parTrans" cxnId="{A3A2BCA7-BCEF-BD48-A8D2-221976FAB357}">
      <dgm:prSet/>
      <dgm:spPr/>
      <dgm:t>
        <a:bodyPr/>
        <a:lstStyle/>
        <a:p>
          <a:endParaRPr lang="es-ES"/>
        </a:p>
      </dgm:t>
    </dgm:pt>
    <dgm:pt modelId="{2A90F44A-A95A-4E4B-9520-A0E83C0DDD07}" type="sibTrans" cxnId="{A3A2BCA7-BCEF-BD48-A8D2-221976FAB357}">
      <dgm:prSet/>
      <dgm:spPr/>
      <dgm:t>
        <a:bodyPr/>
        <a:lstStyle/>
        <a:p>
          <a:endParaRPr lang="es-ES"/>
        </a:p>
      </dgm:t>
    </dgm:pt>
    <dgm:pt modelId="{1BF191DB-3D96-0C46-A7A4-887144F376E8}">
      <dgm:prSet custT="1"/>
      <dgm:spPr/>
      <dgm:t>
        <a:bodyPr/>
        <a:lstStyle/>
        <a:p>
          <a:r>
            <a:rPr lang="es-AR" sz="1800"/>
            <a:t>¿Cómo se han </a:t>
          </a:r>
          <a:r>
            <a:rPr lang="es-AR" sz="1800" b="1"/>
            <a:t>comportado las principales variables </a:t>
          </a:r>
          <a:r>
            <a:rPr lang="es-AR" sz="1800"/>
            <a:t>implicadas en las cohortes ingresantes  a la FCE en el período 2010-2016?</a:t>
          </a:r>
          <a:endParaRPr lang="es-ES" sz="1800" b="1" dirty="0"/>
        </a:p>
      </dgm:t>
    </dgm:pt>
    <dgm:pt modelId="{0E4FC2E0-F8B3-EF47-8DD0-D4584FD36EB4}" type="parTrans" cxnId="{811E091A-5632-DF41-92F6-E9A04E78F7A3}">
      <dgm:prSet/>
      <dgm:spPr/>
      <dgm:t>
        <a:bodyPr/>
        <a:lstStyle/>
        <a:p>
          <a:endParaRPr lang="es-ES"/>
        </a:p>
      </dgm:t>
    </dgm:pt>
    <dgm:pt modelId="{7954AE08-6F91-4540-8FE8-F6C41915B6BC}" type="sibTrans" cxnId="{811E091A-5632-DF41-92F6-E9A04E78F7A3}">
      <dgm:prSet/>
      <dgm:spPr/>
      <dgm:t>
        <a:bodyPr/>
        <a:lstStyle/>
        <a:p>
          <a:endParaRPr lang="es-ES"/>
        </a:p>
      </dgm:t>
    </dgm:pt>
    <dgm:pt modelId="{CCCE9EA3-C87D-4C13-B188-B8D3BD9558EB}" type="pres">
      <dgm:prSet presAssocID="{C27D6E8C-F460-4C6F-A0FD-61F08C6066A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380FB69-42D2-468B-BA8E-F0A0EC751E7B}" type="pres">
      <dgm:prSet presAssocID="{8C91AC34-D32A-4EB5-93A1-25EBF9A20D07}" presName="compositeNode" presStyleCnt="0">
        <dgm:presLayoutVars>
          <dgm:bulletEnabled val="1"/>
        </dgm:presLayoutVars>
      </dgm:prSet>
      <dgm:spPr/>
    </dgm:pt>
    <dgm:pt modelId="{73611EA9-7BAD-4008-BE2F-B9144C15B4CF}" type="pres">
      <dgm:prSet presAssocID="{8C91AC34-D32A-4EB5-93A1-25EBF9A20D07}" presName="bgRect" presStyleLbl="node1" presStyleIdx="0" presStyleCnt="2" custScaleX="102130" custScaleY="106392"/>
      <dgm:spPr/>
      <dgm:t>
        <a:bodyPr/>
        <a:lstStyle/>
        <a:p>
          <a:endParaRPr lang="es-ES"/>
        </a:p>
      </dgm:t>
    </dgm:pt>
    <dgm:pt modelId="{DDF2DFAF-E799-451A-8779-E2FC226E0299}" type="pres">
      <dgm:prSet presAssocID="{8C91AC34-D32A-4EB5-93A1-25EBF9A20D07}" presName="parentNode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0581A84-D387-453E-AADD-D8EAEF01C617}" type="pres">
      <dgm:prSet presAssocID="{8C91AC34-D32A-4EB5-93A1-25EBF9A20D07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34CEC25-8723-4C59-A08F-3DA90ABA9F54}" type="pres">
      <dgm:prSet presAssocID="{E9D5064C-F8ED-4642-89D5-41196F79E0E4}" presName="hSp" presStyleCnt="0"/>
      <dgm:spPr/>
    </dgm:pt>
    <dgm:pt modelId="{26C8C58F-CFFB-4D4E-9676-90119B6F945C}" type="pres">
      <dgm:prSet presAssocID="{E9D5064C-F8ED-4642-89D5-41196F79E0E4}" presName="vProcSp" presStyleCnt="0"/>
      <dgm:spPr/>
    </dgm:pt>
    <dgm:pt modelId="{86AF000D-3791-4AFC-849E-89F3F51981F2}" type="pres">
      <dgm:prSet presAssocID="{E9D5064C-F8ED-4642-89D5-41196F79E0E4}" presName="vSp1" presStyleCnt="0"/>
      <dgm:spPr/>
    </dgm:pt>
    <dgm:pt modelId="{B22214BF-FA81-47A8-8489-C7FC031964BE}" type="pres">
      <dgm:prSet presAssocID="{E9D5064C-F8ED-4642-89D5-41196F79E0E4}" presName="simulatedConn" presStyleLbl="solidFgAcc1" presStyleIdx="0" presStyleCnt="1"/>
      <dgm:spPr/>
    </dgm:pt>
    <dgm:pt modelId="{1C262A3A-9071-4660-9719-A106D44FD5F8}" type="pres">
      <dgm:prSet presAssocID="{E9D5064C-F8ED-4642-89D5-41196F79E0E4}" presName="vSp2" presStyleCnt="0"/>
      <dgm:spPr/>
    </dgm:pt>
    <dgm:pt modelId="{E0271FE9-EF00-4B96-80CB-8B6A2CB0D531}" type="pres">
      <dgm:prSet presAssocID="{E9D5064C-F8ED-4642-89D5-41196F79E0E4}" presName="sibTrans" presStyleCnt="0"/>
      <dgm:spPr/>
    </dgm:pt>
    <dgm:pt modelId="{79E4050C-9E00-44F7-A2B2-410FCEFAF7B6}" type="pres">
      <dgm:prSet presAssocID="{1E390E15-EB8D-4B60-92E0-60A1BAD39BE3}" presName="compositeNode" presStyleCnt="0">
        <dgm:presLayoutVars>
          <dgm:bulletEnabled val="1"/>
        </dgm:presLayoutVars>
      </dgm:prSet>
      <dgm:spPr/>
    </dgm:pt>
    <dgm:pt modelId="{8FFE0F4A-6DC9-4CAC-B937-55D7A1ACF9A9}" type="pres">
      <dgm:prSet presAssocID="{1E390E15-EB8D-4B60-92E0-60A1BAD39BE3}" presName="bgRect" presStyleLbl="node1" presStyleIdx="1" presStyleCnt="2" custScaleX="103872" custScaleY="107383"/>
      <dgm:spPr/>
      <dgm:t>
        <a:bodyPr/>
        <a:lstStyle/>
        <a:p>
          <a:endParaRPr lang="es-ES"/>
        </a:p>
      </dgm:t>
    </dgm:pt>
    <dgm:pt modelId="{17B220B2-1269-4059-BBE5-28D26EF5A0D1}" type="pres">
      <dgm:prSet presAssocID="{1E390E15-EB8D-4B60-92E0-60A1BAD39BE3}" presName="parentNode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E992EF2-FAAF-4087-AE8B-788C5247C381}" type="pres">
      <dgm:prSet presAssocID="{1E390E15-EB8D-4B60-92E0-60A1BAD39BE3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86418B8-A3A7-4D05-B3B3-B893A337ED4E}" type="presOf" srcId="{C27D6E8C-F460-4C6F-A0FD-61F08C6066AA}" destId="{CCCE9EA3-C87D-4C13-B188-B8D3BD9558EB}" srcOrd="0" destOrd="0" presId="urn:microsoft.com/office/officeart/2005/8/layout/hProcess7#2"/>
    <dgm:cxn modelId="{075FFF3C-4468-4008-82FB-08BAA2B0835B}" type="presOf" srcId="{8C91AC34-D32A-4EB5-93A1-25EBF9A20D07}" destId="{DDF2DFAF-E799-451A-8779-E2FC226E0299}" srcOrd="1" destOrd="0" presId="urn:microsoft.com/office/officeart/2005/8/layout/hProcess7#2"/>
    <dgm:cxn modelId="{537E872E-CD7F-4C88-A2BC-671ECBB905DE}" type="presOf" srcId="{1BD7B13D-60BF-1A43-968F-E491CC8F90B0}" destId="{80581A84-D387-453E-AADD-D8EAEF01C617}" srcOrd="0" destOrd="0" presId="urn:microsoft.com/office/officeart/2005/8/layout/hProcess7#2"/>
    <dgm:cxn modelId="{00AFAF5C-096A-41EA-A994-7AE7FC5BC176}" type="presOf" srcId="{3648DC61-6C15-5645-A2DD-E1E95B20809F}" destId="{AE992EF2-FAAF-4087-AE8B-788C5247C381}" srcOrd="0" destOrd="1" presId="urn:microsoft.com/office/officeart/2005/8/layout/hProcess7#2"/>
    <dgm:cxn modelId="{EE29B028-03DF-4649-BB15-5FEDF074A352}" type="presOf" srcId="{1E390E15-EB8D-4B60-92E0-60A1BAD39BE3}" destId="{8FFE0F4A-6DC9-4CAC-B937-55D7A1ACF9A9}" srcOrd="0" destOrd="0" presId="urn:microsoft.com/office/officeart/2005/8/layout/hProcess7#2"/>
    <dgm:cxn modelId="{C4A5E200-DA7D-44E8-BCB4-25A6088423FD}" srcId="{C27D6E8C-F460-4C6F-A0FD-61F08C6066AA}" destId="{8C91AC34-D32A-4EB5-93A1-25EBF9A20D07}" srcOrd="0" destOrd="0" parTransId="{6652087F-111A-4974-8A1B-EC25BF0DBCD7}" sibTransId="{E9D5064C-F8ED-4642-89D5-41196F79E0E4}"/>
    <dgm:cxn modelId="{6396B0DD-122A-49AC-AE77-AD32B022706E}" type="presOf" srcId="{1BF191DB-3D96-0C46-A7A4-887144F376E8}" destId="{80581A84-D387-453E-AADD-D8EAEF01C617}" srcOrd="0" destOrd="1" presId="urn:microsoft.com/office/officeart/2005/8/layout/hProcess7#2"/>
    <dgm:cxn modelId="{FF0EAC47-A7A8-4D34-A698-2F4B228CFCF4}" type="presOf" srcId="{386AFBA9-5C6D-9E4C-8288-D70C14EB1294}" destId="{AE992EF2-FAAF-4087-AE8B-788C5247C381}" srcOrd="0" destOrd="0" presId="urn:microsoft.com/office/officeart/2005/8/layout/hProcess7#2"/>
    <dgm:cxn modelId="{BEEC0B97-82D3-3B45-AA6F-C84C3F6647AD}" srcId="{1E390E15-EB8D-4B60-92E0-60A1BAD39BE3}" destId="{386AFBA9-5C6D-9E4C-8288-D70C14EB1294}" srcOrd="0" destOrd="0" parTransId="{2D55EFEC-C5C5-B748-A643-314A4D685B64}" sibTransId="{C8040E26-FA63-DD43-83E0-574E535E8B27}"/>
    <dgm:cxn modelId="{9A42028F-74BC-4AE3-9047-65E38E596B38}" type="presOf" srcId="{8C91AC34-D32A-4EB5-93A1-25EBF9A20D07}" destId="{73611EA9-7BAD-4008-BE2F-B9144C15B4CF}" srcOrd="0" destOrd="0" presId="urn:microsoft.com/office/officeart/2005/8/layout/hProcess7#2"/>
    <dgm:cxn modelId="{80A9E976-D313-42BB-9C29-8DDBE5CBAB5C}" type="presOf" srcId="{1E390E15-EB8D-4B60-92E0-60A1BAD39BE3}" destId="{17B220B2-1269-4059-BBE5-28D26EF5A0D1}" srcOrd="1" destOrd="0" presId="urn:microsoft.com/office/officeart/2005/8/layout/hProcess7#2"/>
    <dgm:cxn modelId="{0B96251D-F93C-0D4B-81F6-ACDF32DAE379}" srcId="{8C91AC34-D32A-4EB5-93A1-25EBF9A20D07}" destId="{1BD7B13D-60BF-1A43-968F-E491CC8F90B0}" srcOrd="0" destOrd="0" parTransId="{85D70702-1254-5843-A43A-4BD398B73F15}" sibTransId="{AEA8357D-713E-CA44-B2F0-8BE05F1AFA38}"/>
    <dgm:cxn modelId="{A3A2BCA7-BCEF-BD48-A8D2-221976FAB357}" srcId="{1E390E15-EB8D-4B60-92E0-60A1BAD39BE3}" destId="{3648DC61-6C15-5645-A2DD-E1E95B20809F}" srcOrd="1" destOrd="0" parTransId="{F559C864-59DA-034F-A06B-40B845EA0965}" sibTransId="{2A90F44A-A95A-4E4B-9520-A0E83C0DDD07}"/>
    <dgm:cxn modelId="{2A2A2166-336D-4C31-8626-D3A372499A88}" srcId="{C27D6E8C-F460-4C6F-A0FD-61F08C6066AA}" destId="{1E390E15-EB8D-4B60-92E0-60A1BAD39BE3}" srcOrd="1" destOrd="0" parTransId="{A23025EC-7D1A-4E3B-A288-5E664ABE2523}" sibTransId="{DD0E4BC2-3C87-4B73-A14F-AAAEC1993D4A}"/>
    <dgm:cxn modelId="{811E091A-5632-DF41-92F6-E9A04E78F7A3}" srcId="{8C91AC34-D32A-4EB5-93A1-25EBF9A20D07}" destId="{1BF191DB-3D96-0C46-A7A4-887144F376E8}" srcOrd="1" destOrd="0" parTransId="{0E4FC2E0-F8B3-EF47-8DD0-D4584FD36EB4}" sibTransId="{7954AE08-6F91-4540-8FE8-F6C41915B6BC}"/>
    <dgm:cxn modelId="{6E2CE1F1-E6EB-4AEB-B796-95D2D245A229}" type="presParOf" srcId="{CCCE9EA3-C87D-4C13-B188-B8D3BD9558EB}" destId="{0380FB69-42D2-468B-BA8E-F0A0EC751E7B}" srcOrd="0" destOrd="0" presId="urn:microsoft.com/office/officeart/2005/8/layout/hProcess7#2"/>
    <dgm:cxn modelId="{F20B9F5F-F47C-4CC3-8BBC-134A83607812}" type="presParOf" srcId="{0380FB69-42D2-468B-BA8E-F0A0EC751E7B}" destId="{73611EA9-7BAD-4008-BE2F-B9144C15B4CF}" srcOrd="0" destOrd="0" presId="urn:microsoft.com/office/officeart/2005/8/layout/hProcess7#2"/>
    <dgm:cxn modelId="{CBD3A231-6CF6-47DE-AA52-6B905F9DE550}" type="presParOf" srcId="{0380FB69-42D2-468B-BA8E-F0A0EC751E7B}" destId="{DDF2DFAF-E799-451A-8779-E2FC226E0299}" srcOrd="1" destOrd="0" presId="urn:microsoft.com/office/officeart/2005/8/layout/hProcess7#2"/>
    <dgm:cxn modelId="{22971836-8197-4650-B5A0-8D76F66595DF}" type="presParOf" srcId="{0380FB69-42D2-468B-BA8E-F0A0EC751E7B}" destId="{80581A84-D387-453E-AADD-D8EAEF01C617}" srcOrd="2" destOrd="0" presId="urn:microsoft.com/office/officeart/2005/8/layout/hProcess7#2"/>
    <dgm:cxn modelId="{9ECC0D69-6F6C-4ACC-A369-E5E244EEA1EB}" type="presParOf" srcId="{CCCE9EA3-C87D-4C13-B188-B8D3BD9558EB}" destId="{134CEC25-8723-4C59-A08F-3DA90ABA9F54}" srcOrd="1" destOrd="0" presId="urn:microsoft.com/office/officeart/2005/8/layout/hProcess7#2"/>
    <dgm:cxn modelId="{814ADCF0-A5C2-4A3F-BE51-4E7C50835B72}" type="presParOf" srcId="{CCCE9EA3-C87D-4C13-B188-B8D3BD9558EB}" destId="{26C8C58F-CFFB-4D4E-9676-90119B6F945C}" srcOrd="2" destOrd="0" presId="urn:microsoft.com/office/officeart/2005/8/layout/hProcess7#2"/>
    <dgm:cxn modelId="{15B3E3F9-AC6B-4534-B148-975CF032E68F}" type="presParOf" srcId="{26C8C58F-CFFB-4D4E-9676-90119B6F945C}" destId="{86AF000D-3791-4AFC-849E-89F3F51981F2}" srcOrd="0" destOrd="0" presId="urn:microsoft.com/office/officeart/2005/8/layout/hProcess7#2"/>
    <dgm:cxn modelId="{84BA2C08-FF5C-4A29-8F8A-E2254B1E71C9}" type="presParOf" srcId="{26C8C58F-CFFB-4D4E-9676-90119B6F945C}" destId="{B22214BF-FA81-47A8-8489-C7FC031964BE}" srcOrd="1" destOrd="0" presId="urn:microsoft.com/office/officeart/2005/8/layout/hProcess7#2"/>
    <dgm:cxn modelId="{C228B73C-DE29-4C62-83D8-6141AD846CFC}" type="presParOf" srcId="{26C8C58F-CFFB-4D4E-9676-90119B6F945C}" destId="{1C262A3A-9071-4660-9719-A106D44FD5F8}" srcOrd="2" destOrd="0" presId="urn:microsoft.com/office/officeart/2005/8/layout/hProcess7#2"/>
    <dgm:cxn modelId="{75F532BE-7EAE-42DA-930A-12CDAA702C35}" type="presParOf" srcId="{CCCE9EA3-C87D-4C13-B188-B8D3BD9558EB}" destId="{E0271FE9-EF00-4B96-80CB-8B6A2CB0D531}" srcOrd="3" destOrd="0" presId="urn:microsoft.com/office/officeart/2005/8/layout/hProcess7#2"/>
    <dgm:cxn modelId="{B487AEBE-CE61-44B8-9B73-4FCF45C4C39D}" type="presParOf" srcId="{CCCE9EA3-C87D-4C13-B188-B8D3BD9558EB}" destId="{79E4050C-9E00-44F7-A2B2-410FCEFAF7B6}" srcOrd="4" destOrd="0" presId="urn:microsoft.com/office/officeart/2005/8/layout/hProcess7#2"/>
    <dgm:cxn modelId="{FDA31775-382A-4D01-B66B-703E50284179}" type="presParOf" srcId="{79E4050C-9E00-44F7-A2B2-410FCEFAF7B6}" destId="{8FFE0F4A-6DC9-4CAC-B937-55D7A1ACF9A9}" srcOrd="0" destOrd="0" presId="urn:microsoft.com/office/officeart/2005/8/layout/hProcess7#2"/>
    <dgm:cxn modelId="{6E3F42B9-C46F-487A-B42D-B8F0AB12DF2E}" type="presParOf" srcId="{79E4050C-9E00-44F7-A2B2-410FCEFAF7B6}" destId="{17B220B2-1269-4059-BBE5-28D26EF5A0D1}" srcOrd="1" destOrd="0" presId="urn:microsoft.com/office/officeart/2005/8/layout/hProcess7#2"/>
    <dgm:cxn modelId="{318D001D-EA86-471C-9F29-20EFDA204475}" type="presParOf" srcId="{79E4050C-9E00-44F7-A2B2-410FCEFAF7B6}" destId="{AE992EF2-FAAF-4087-AE8B-788C5247C381}" srcOrd="2" destOrd="0" presId="urn:microsoft.com/office/officeart/2005/8/layout/hProcess7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27D6E8C-F460-4C6F-A0FD-61F08C6066AA}" type="doc">
      <dgm:prSet loTypeId="urn:microsoft.com/office/officeart/2005/8/layout/hProcess7#2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8C91AC34-D32A-4EB5-93A1-25EBF9A20D07}">
      <dgm:prSet phldrT="[Texto]" custT="1"/>
      <dgm:spPr/>
      <dgm:t>
        <a:bodyPr/>
        <a:lstStyle/>
        <a:p>
          <a:pPr algn="ctr"/>
          <a:endParaRPr lang="es-ES" sz="1200" b="1" dirty="0"/>
        </a:p>
      </dgm:t>
    </dgm:pt>
    <dgm:pt modelId="{6652087F-111A-4974-8A1B-EC25BF0DBCD7}" type="par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E9D5064C-F8ED-4642-89D5-41196F79E0E4}" type="sib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1E390E15-EB8D-4B60-92E0-60A1BAD39BE3}">
      <dgm:prSet phldrT="[Texto]" custT="1"/>
      <dgm:spPr/>
      <dgm:t>
        <a:bodyPr/>
        <a:lstStyle/>
        <a:p>
          <a:pPr algn="ctr"/>
          <a:r>
            <a:rPr lang="es-ES" sz="1600" b="1" dirty="0"/>
            <a:t>Objetivos Específicos</a:t>
          </a:r>
        </a:p>
      </dgm:t>
    </dgm:pt>
    <dgm:pt modelId="{A23025EC-7D1A-4E3B-A288-5E664ABE2523}" type="parTrans" cxnId="{2A2A2166-336D-4C31-8626-D3A372499A88}">
      <dgm:prSet/>
      <dgm:spPr/>
      <dgm:t>
        <a:bodyPr/>
        <a:lstStyle/>
        <a:p>
          <a:endParaRPr lang="es-ES"/>
        </a:p>
      </dgm:t>
    </dgm:pt>
    <dgm:pt modelId="{DD0E4BC2-3C87-4B73-A14F-AAAEC1993D4A}" type="sibTrans" cxnId="{2A2A2166-336D-4C31-8626-D3A372499A88}">
      <dgm:prSet/>
      <dgm:spPr/>
      <dgm:t>
        <a:bodyPr/>
        <a:lstStyle/>
        <a:p>
          <a:endParaRPr lang="es-ES"/>
        </a:p>
      </dgm:t>
    </dgm:pt>
    <dgm:pt modelId="{1BD7B13D-60BF-1A43-968F-E491CC8F90B0}">
      <dgm:prSet custT="1"/>
      <dgm:spPr/>
      <dgm:t>
        <a:bodyPr/>
        <a:lstStyle/>
        <a:p>
          <a:r>
            <a:rPr lang="es-ES" sz="1400" b="1"/>
            <a:t>- PREGUNTAS ESPECÍFICAS</a:t>
          </a:r>
          <a:endParaRPr lang="es-ES" sz="1400" b="1" dirty="0"/>
        </a:p>
      </dgm:t>
    </dgm:pt>
    <dgm:pt modelId="{85D70702-1254-5843-A43A-4BD398B73F15}" type="parTrans" cxnId="{0B96251D-F93C-0D4B-81F6-ACDF32DAE379}">
      <dgm:prSet/>
      <dgm:spPr/>
      <dgm:t>
        <a:bodyPr/>
        <a:lstStyle/>
        <a:p>
          <a:endParaRPr lang="es-ES"/>
        </a:p>
      </dgm:t>
    </dgm:pt>
    <dgm:pt modelId="{AEA8357D-713E-CA44-B2F0-8BE05F1AFA38}" type="sibTrans" cxnId="{0B96251D-F93C-0D4B-81F6-ACDF32DAE379}">
      <dgm:prSet/>
      <dgm:spPr/>
      <dgm:t>
        <a:bodyPr/>
        <a:lstStyle/>
        <a:p>
          <a:endParaRPr lang="es-ES"/>
        </a:p>
      </dgm:t>
    </dgm:pt>
    <dgm:pt modelId="{386AFBA9-5C6D-9E4C-8288-D70C14EB1294}">
      <dgm:prSet custT="1"/>
      <dgm:spPr/>
      <dgm:t>
        <a:bodyPr/>
        <a:lstStyle/>
        <a:p>
          <a:endParaRPr lang="es-AR" sz="1800" dirty="0"/>
        </a:p>
        <a:p>
          <a:r>
            <a:rPr lang="es-AR" sz="1800" b="1" dirty="0"/>
            <a:t>Evaluar</a:t>
          </a:r>
          <a:r>
            <a:rPr lang="es-AR" sz="1800" b="0" dirty="0"/>
            <a:t> el desempeño académico de los estudiantes ingresantes de la cohorte en el período 2010-2016.</a:t>
          </a:r>
        </a:p>
        <a:p>
          <a:r>
            <a:rPr lang="es-AR" sz="1800" b="1" dirty="0"/>
            <a:t>Describir</a:t>
          </a:r>
          <a:r>
            <a:rPr lang="es-AR" sz="1800" dirty="0"/>
            <a:t> el perfil socioecoómico  de los estudiantes ingresantes la FCE de la cohorte 2010-2016.</a:t>
          </a:r>
          <a:endParaRPr lang="es-ES" sz="1800" b="1" dirty="0"/>
        </a:p>
      </dgm:t>
    </dgm:pt>
    <dgm:pt modelId="{2D55EFEC-C5C5-B748-A643-314A4D685B64}" type="parTrans" cxnId="{BEEC0B97-82D3-3B45-AA6F-C84C3F6647AD}">
      <dgm:prSet/>
      <dgm:spPr/>
      <dgm:t>
        <a:bodyPr/>
        <a:lstStyle/>
        <a:p>
          <a:endParaRPr lang="es-ES"/>
        </a:p>
      </dgm:t>
    </dgm:pt>
    <dgm:pt modelId="{C8040E26-FA63-DD43-83E0-574E535E8B27}" type="sibTrans" cxnId="{BEEC0B97-82D3-3B45-AA6F-C84C3F6647AD}">
      <dgm:prSet/>
      <dgm:spPr/>
      <dgm:t>
        <a:bodyPr/>
        <a:lstStyle/>
        <a:p>
          <a:endParaRPr lang="es-ES"/>
        </a:p>
      </dgm:t>
    </dgm:pt>
    <dgm:pt modelId="{19ADDA26-524E-244C-8D8F-96943E964DDB}">
      <dgm:prSet custT="1"/>
      <dgm:spPr/>
      <dgm:t>
        <a:bodyPr/>
        <a:lstStyle/>
        <a:p>
          <a:r>
            <a:rPr lang="es-AR" sz="1800" dirty="0"/>
            <a:t>¿Cuál ha sido el </a:t>
          </a:r>
          <a:r>
            <a:rPr lang="es-AR" sz="1800" b="1" dirty="0"/>
            <a:t>desempeño académico </a:t>
          </a:r>
          <a:r>
            <a:rPr lang="es-AR" sz="1800" dirty="0"/>
            <a:t>de los estudiantes ingresantes FCE de la cohorte del período 2010-2016?</a:t>
          </a:r>
        </a:p>
        <a:p>
          <a:r>
            <a:rPr lang="es-AR" sz="1800" dirty="0"/>
            <a:t>¿Cuál es el </a:t>
          </a:r>
          <a:r>
            <a:rPr lang="es-AR" sz="1800" b="1" dirty="0"/>
            <a:t>perfil socio económico </a:t>
          </a:r>
          <a:r>
            <a:rPr lang="es-AR" sz="1800" dirty="0"/>
            <a:t>de los estudiantes ingresantes de la cohorte del período 2010-2016?</a:t>
          </a:r>
        </a:p>
        <a:p>
          <a:r>
            <a:rPr lang="es-AR" sz="1800" dirty="0"/>
            <a:t> </a:t>
          </a:r>
          <a:endParaRPr lang="es-ES" sz="1800" b="1" dirty="0"/>
        </a:p>
      </dgm:t>
    </dgm:pt>
    <dgm:pt modelId="{1C92BB4C-54CA-1E44-AE43-B6ABDA3F91E0}" type="parTrans" cxnId="{5186BBDE-163F-9D4B-8AF4-F172201B7CDD}">
      <dgm:prSet/>
      <dgm:spPr/>
      <dgm:t>
        <a:bodyPr/>
        <a:lstStyle/>
        <a:p>
          <a:endParaRPr lang="es-ES"/>
        </a:p>
      </dgm:t>
    </dgm:pt>
    <dgm:pt modelId="{8AEDE493-26E9-B242-9F35-4080266CD320}" type="sibTrans" cxnId="{5186BBDE-163F-9D4B-8AF4-F172201B7CDD}">
      <dgm:prSet/>
      <dgm:spPr/>
      <dgm:t>
        <a:bodyPr/>
        <a:lstStyle/>
        <a:p>
          <a:endParaRPr lang="es-ES"/>
        </a:p>
      </dgm:t>
    </dgm:pt>
    <dgm:pt modelId="{CCCE9EA3-C87D-4C13-B188-B8D3BD9558EB}" type="pres">
      <dgm:prSet presAssocID="{C27D6E8C-F460-4C6F-A0FD-61F08C6066A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380FB69-42D2-468B-BA8E-F0A0EC751E7B}" type="pres">
      <dgm:prSet presAssocID="{8C91AC34-D32A-4EB5-93A1-25EBF9A20D07}" presName="compositeNode" presStyleCnt="0">
        <dgm:presLayoutVars>
          <dgm:bulletEnabled val="1"/>
        </dgm:presLayoutVars>
      </dgm:prSet>
      <dgm:spPr/>
    </dgm:pt>
    <dgm:pt modelId="{73611EA9-7BAD-4008-BE2F-B9144C15B4CF}" type="pres">
      <dgm:prSet presAssocID="{8C91AC34-D32A-4EB5-93A1-25EBF9A20D07}" presName="bgRect" presStyleLbl="node1" presStyleIdx="0" presStyleCnt="2" custScaleX="117365" custScaleY="100000" custLinFactNeighborX="6684" custLinFactNeighborY="1403"/>
      <dgm:spPr/>
      <dgm:t>
        <a:bodyPr/>
        <a:lstStyle/>
        <a:p>
          <a:endParaRPr lang="es-ES"/>
        </a:p>
      </dgm:t>
    </dgm:pt>
    <dgm:pt modelId="{DDF2DFAF-E799-451A-8779-E2FC226E0299}" type="pres">
      <dgm:prSet presAssocID="{8C91AC34-D32A-4EB5-93A1-25EBF9A20D07}" presName="parentNode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0581A84-D387-453E-AADD-D8EAEF01C617}" type="pres">
      <dgm:prSet presAssocID="{8C91AC34-D32A-4EB5-93A1-25EBF9A20D07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34CEC25-8723-4C59-A08F-3DA90ABA9F54}" type="pres">
      <dgm:prSet presAssocID="{E9D5064C-F8ED-4642-89D5-41196F79E0E4}" presName="hSp" presStyleCnt="0"/>
      <dgm:spPr/>
    </dgm:pt>
    <dgm:pt modelId="{26C8C58F-CFFB-4D4E-9676-90119B6F945C}" type="pres">
      <dgm:prSet presAssocID="{E9D5064C-F8ED-4642-89D5-41196F79E0E4}" presName="vProcSp" presStyleCnt="0"/>
      <dgm:spPr/>
    </dgm:pt>
    <dgm:pt modelId="{86AF000D-3791-4AFC-849E-89F3F51981F2}" type="pres">
      <dgm:prSet presAssocID="{E9D5064C-F8ED-4642-89D5-41196F79E0E4}" presName="vSp1" presStyleCnt="0"/>
      <dgm:spPr/>
    </dgm:pt>
    <dgm:pt modelId="{B22214BF-FA81-47A8-8489-C7FC031964BE}" type="pres">
      <dgm:prSet presAssocID="{E9D5064C-F8ED-4642-89D5-41196F79E0E4}" presName="simulatedConn" presStyleLbl="solidFgAcc1" presStyleIdx="0" presStyleCnt="1"/>
      <dgm:spPr/>
    </dgm:pt>
    <dgm:pt modelId="{1C262A3A-9071-4660-9719-A106D44FD5F8}" type="pres">
      <dgm:prSet presAssocID="{E9D5064C-F8ED-4642-89D5-41196F79E0E4}" presName="vSp2" presStyleCnt="0"/>
      <dgm:spPr/>
    </dgm:pt>
    <dgm:pt modelId="{E0271FE9-EF00-4B96-80CB-8B6A2CB0D531}" type="pres">
      <dgm:prSet presAssocID="{E9D5064C-F8ED-4642-89D5-41196F79E0E4}" presName="sibTrans" presStyleCnt="0"/>
      <dgm:spPr/>
    </dgm:pt>
    <dgm:pt modelId="{79E4050C-9E00-44F7-A2B2-410FCEFAF7B6}" type="pres">
      <dgm:prSet presAssocID="{1E390E15-EB8D-4B60-92E0-60A1BAD39BE3}" presName="compositeNode" presStyleCnt="0">
        <dgm:presLayoutVars>
          <dgm:bulletEnabled val="1"/>
        </dgm:presLayoutVars>
      </dgm:prSet>
      <dgm:spPr/>
    </dgm:pt>
    <dgm:pt modelId="{8FFE0F4A-6DC9-4CAC-B937-55D7A1ACF9A9}" type="pres">
      <dgm:prSet presAssocID="{1E390E15-EB8D-4B60-92E0-60A1BAD39BE3}" presName="bgRect" presStyleLbl="node1" presStyleIdx="1" presStyleCnt="2" custScaleX="125627" custScaleY="100000" custLinFactNeighborX="-2300" custLinFactNeighborY="6270"/>
      <dgm:spPr/>
      <dgm:t>
        <a:bodyPr/>
        <a:lstStyle/>
        <a:p>
          <a:endParaRPr lang="es-ES"/>
        </a:p>
      </dgm:t>
    </dgm:pt>
    <dgm:pt modelId="{17B220B2-1269-4059-BBE5-28D26EF5A0D1}" type="pres">
      <dgm:prSet presAssocID="{1E390E15-EB8D-4B60-92E0-60A1BAD39BE3}" presName="parentNode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E992EF2-FAAF-4087-AE8B-788C5247C381}" type="pres">
      <dgm:prSet presAssocID="{1E390E15-EB8D-4B60-92E0-60A1BAD39BE3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C586E03-D44D-4640-A7F6-2B827D8D607C}" type="presOf" srcId="{19ADDA26-524E-244C-8D8F-96943E964DDB}" destId="{80581A84-D387-453E-AADD-D8EAEF01C617}" srcOrd="0" destOrd="1" presId="urn:microsoft.com/office/officeart/2005/8/layout/hProcess7#2"/>
    <dgm:cxn modelId="{46B61084-DEC0-4BB1-8C4E-DCE37D7BA47A}" type="presOf" srcId="{8C91AC34-D32A-4EB5-93A1-25EBF9A20D07}" destId="{DDF2DFAF-E799-451A-8779-E2FC226E0299}" srcOrd="1" destOrd="0" presId="urn:microsoft.com/office/officeart/2005/8/layout/hProcess7#2"/>
    <dgm:cxn modelId="{D74A7F64-9B6C-4342-9602-EF2AD173D1BF}" type="presOf" srcId="{1BD7B13D-60BF-1A43-968F-E491CC8F90B0}" destId="{80581A84-D387-453E-AADD-D8EAEF01C617}" srcOrd="0" destOrd="0" presId="urn:microsoft.com/office/officeart/2005/8/layout/hProcess7#2"/>
    <dgm:cxn modelId="{C4A5E200-DA7D-44E8-BCB4-25A6088423FD}" srcId="{C27D6E8C-F460-4C6F-A0FD-61F08C6066AA}" destId="{8C91AC34-D32A-4EB5-93A1-25EBF9A20D07}" srcOrd="0" destOrd="0" parTransId="{6652087F-111A-4974-8A1B-EC25BF0DBCD7}" sibTransId="{E9D5064C-F8ED-4642-89D5-41196F79E0E4}"/>
    <dgm:cxn modelId="{18DA2C1B-D51D-4AE7-AD77-1CE8A13C2D46}" type="presOf" srcId="{1E390E15-EB8D-4B60-92E0-60A1BAD39BE3}" destId="{8FFE0F4A-6DC9-4CAC-B937-55D7A1ACF9A9}" srcOrd="0" destOrd="0" presId="urn:microsoft.com/office/officeart/2005/8/layout/hProcess7#2"/>
    <dgm:cxn modelId="{6D6F0545-5D9E-4C2D-94D0-D6DD1A075EAC}" type="presOf" srcId="{C27D6E8C-F460-4C6F-A0FD-61F08C6066AA}" destId="{CCCE9EA3-C87D-4C13-B188-B8D3BD9558EB}" srcOrd="0" destOrd="0" presId="urn:microsoft.com/office/officeart/2005/8/layout/hProcess7#2"/>
    <dgm:cxn modelId="{CAC0DEC4-C1A7-4002-BAF6-6CB8905FF90D}" type="presOf" srcId="{1E390E15-EB8D-4B60-92E0-60A1BAD39BE3}" destId="{17B220B2-1269-4059-BBE5-28D26EF5A0D1}" srcOrd="1" destOrd="0" presId="urn:microsoft.com/office/officeart/2005/8/layout/hProcess7#2"/>
    <dgm:cxn modelId="{164158CC-86AC-4CCD-9B01-DF44D2D536EB}" type="presOf" srcId="{386AFBA9-5C6D-9E4C-8288-D70C14EB1294}" destId="{AE992EF2-FAAF-4087-AE8B-788C5247C381}" srcOrd="0" destOrd="0" presId="urn:microsoft.com/office/officeart/2005/8/layout/hProcess7#2"/>
    <dgm:cxn modelId="{BEEC0B97-82D3-3B45-AA6F-C84C3F6647AD}" srcId="{1E390E15-EB8D-4B60-92E0-60A1BAD39BE3}" destId="{386AFBA9-5C6D-9E4C-8288-D70C14EB1294}" srcOrd="0" destOrd="0" parTransId="{2D55EFEC-C5C5-B748-A643-314A4D685B64}" sibTransId="{C8040E26-FA63-DD43-83E0-574E535E8B27}"/>
    <dgm:cxn modelId="{0B96251D-F93C-0D4B-81F6-ACDF32DAE379}" srcId="{8C91AC34-D32A-4EB5-93A1-25EBF9A20D07}" destId="{1BD7B13D-60BF-1A43-968F-E491CC8F90B0}" srcOrd="0" destOrd="0" parTransId="{85D70702-1254-5843-A43A-4BD398B73F15}" sibTransId="{AEA8357D-713E-CA44-B2F0-8BE05F1AFA38}"/>
    <dgm:cxn modelId="{5186BBDE-163F-9D4B-8AF4-F172201B7CDD}" srcId="{8C91AC34-D32A-4EB5-93A1-25EBF9A20D07}" destId="{19ADDA26-524E-244C-8D8F-96943E964DDB}" srcOrd="1" destOrd="0" parTransId="{1C92BB4C-54CA-1E44-AE43-B6ABDA3F91E0}" sibTransId="{8AEDE493-26E9-B242-9F35-4080266CD320}"/>
    <dgm:cxn modelId="{51AD91C5-D21F-4336-9EF6-44F6551A34BA}" type="presOf" srcId="{8C91AC34-D32A-4EB5-93A1-25EBF9A20D07}" destId="{73611EA9-7BAD-4008-BE2F-B9144C15B4CF}" srcOrd="0" destOrd="0" presId="urn:microsoft.com/office/officeart/2005/8/layout/hProcess7#2"/>
    <dgm:cxn modelId="{2A2A2166-336D-4C31-8626-D3A372499A88}" srcId="{C27D6E8C-F460-4C6F-A0FD-61F08C6066AA}" destId="{1E390E15-EB8D-4B60-92E0-60A1BAD39BE3}" srcOrd="1" destOrd="0" parTransId="{A23025EC-7D1A-4E3B-A288-5E664ABE2523}" sibTransId="{DD0E4BC2-3C87-4B73-A14F-AAAEC1993D4A}"/>
    <dgm:cxn modelId="{F4E18311-85C6-4A8D-A3A4-F3E686019ABA}" type="presParOf" srcId="{CCCE9EA3-C87D-4C13-B188-B8D3BD9558EB}" destId="{0380FB69-42D2-468B-BA8E-F0A0EC751E7B}" srcOrd="0" destOrd="0" presId="urn:microsoft.com/office/officeart/2005/8/layout/hProcess7#2"/>
    <dgm:cxn modelId="{04263944-0AE2-48F6-AD11-108F4E68991E}" type="presParOf" srcId="{0380FB69-42D2-468B-BA8E-F0A0EC751E7B}" destId="{73611EA9-7BAD-4008-BE2F-B9144C15B4CF}" srcOrd="0" destOrd="0" presId="urn:microsoft.com/office/officeart/2005/8/layout/hProcess7#2"/>
    <dgm:cxn modelId="{03F9712E-B375-4C1C-972C-8ED94B81529F}" type="presParOf" srcId="{0380FB69-42D2-468B-BA8E-F0A0EC751E7B}" destId="{DDF2DFAF-E799-451A-8779-E2FC226E0299}" srcOrd="1" destOrd="0" presId="urn:microsoft.com/office/officeart/2005/8/layout/hProcess7#2"/>
    <dgm:cxn modelId="{F277D5AF-E105-423F-A686-B958FE899082}" type="presParOf" srcId="{0380FB69-42D2-468B-BA8E-F0A0EC751E7B}" destId="{80581A84-D387-453E-AADD-D8EAEF01C617}" srcOrd="2" destOrd="0" presId="urn:microsoft.com/office/officeart/2005/8/layout/hProcess7#2"/>
    <dgm:cxn modelId="{C2B7D1B2-EA73-456F-9DB5-5E9494CB1007}" type="presParOf" srcId="{CCCE9EA3-C87D-4C13-B188-B8D3BD9558EB}" destId="{134CEC25-8723-4C59-A08F-3DA90ABA9F54}" srcOrd="1" destOrd="0" presId="urn:microsoft.com/office/officeart/2005/8/layout/hProcess7#2"/>
    <dgm:cxn modelId="{361B9367-12A2-4A26-BCB4-219513DC5CA3}" type="presParOf" srcId="{CCCE9EA3-C87D-4C13-B188-B8D3BD9558EB}" destId="{26C8C58F-CFFB-4D4E-9676-90119B6F945C}" srcOrd="2" destOrd="0" presId="urn:microsoft.com/office/officeart/2005/8/layout/hProcess7#2"/>
    <dgm:cxn modelId="{8DE7C410-3017-4EE5-98C8-6B49BB20F964}" type="presParOf" srcId="{26C8C58F-CFFB-4D4E-9676-90119B6F945C}" destId="{86AF000D-3791-4AFC-849E-89F3F51981F2}" srcOrd="0" destOrd="0" presId="urn:microsoft.com/office/officeart/2005/8/layout/hProcess7#2"/>
    <dgm:cxn modelId="{91527D81-E173-4D65-819D-E116E6C254DF}" type="presParOf" srcId="{26C8C58F-CFFB-4D4E-9676-90119B6F945C}" destId="{B22214BF-FA81-47A8-8489-C7FC031964BE}" srcOrd="1" destOrd="0" presId="urn:microsoft.com/office/officeart/2005/8/layout/hProcess7#2"/>
    <dgm:cxn modelId="{7B54AA40-F7F1-45F5-9870-FDBF6F9E11C0}" type="presParOf" srcId="{26C8C58F-CFFB-4D4E-9676-90119B6F945C}" destId="{1C262A3A-9071-4660-9719-A106D44FD5F8}" srcOrd="2" destOrd="0" presId="urn:microsoft.com/office/officeart/2005/8/layout/hProcess7#2"/>
    <dgm:cxn modelId="{AF063699-9C01-41FB-ADA4-9243EA2FA805}" type="presParOf" srcId="{CCCE9EA3-C87D-4C13-B188-B8D3BD9558EB}" destId="{E0271FE9-EF00-4B96-80CB-8B6A2CB0D531}" srcOrd="3" destOrd="0" presId="urn:microsoft.com/office/officeart/2005/8/layout/hProcess7#2"/>
    <dgm:cxn modelId="{E4332BFC-C45D-40C7-B9CB-40F62A64F46A}" type="presParOf" srcId="{CCCE9EA3-C87D-4C13-B188-B8D3BD9558EB}" destId="{79E4050C-9E00-44F7-A2B2-410FCEFAF7B6}" srcOrd="4" destOrd="0" presId="urn:microsoft.com/office/officeart/2005/8/layout/hProcess7#2"/>
    <dgm:cxn modelId="{75E11CF1-F861-48D9-A9C2-B898ACCF992E}" type="presParOf" srcId="{79E4050C-9E00-44F7-A2B2-410FCEFAF7B6}" destId="{8FFE0F4A-6DC9-4CAC-B937-55D7A1ACF9A9}" srcOrd="0" destOrd="0" presId="urn:microsoft.com/office/officeart/2005/8/layout/hProcess7#2"/>
    <dgm:cxn modelId="{0F65E654-9455-4FC0-803A-0B968232C234}" type="presParOf" srcId="{79E4050C-9E00-44F7-A2B2-410FCEFAF7B6}" destId="{17B220B2-1269-4059-BBE5-28D26EF5A0D1}" srcOrd="1" destOrd="0" presId="urn:microsoft.com/office/officeart/2005/8/layout/hProcess7#2"/>
    <dgm:cxn modelId="{1740603D-E01F-4404-9A7E-CECBAB27E22A}" type="presParOf" srcId="{79E4050C-9E00-44F7-A2B2-410FCEFAF7B6}" destId="{AE992EF2-FAAF-4087-AE8B-788C5247C381}" srcOrd="2" destOrd="0" presId="urn:microsoft.com/office/officeart/2005/8/layout/hProcess7#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27D6E8C-F460-4C6F-A0FD-61F08C6066AA}" type="doc">
      <dgm:prSet loTypeId="urn:microsoft.com/office/officeart/2005/8/layout/hProcess7#2" loCatId="process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s-ES"/>
        </a:p>
      </dgm:t>
    </dgm:pt>
    <dgm:pt modelId="{8C91AC34-D32A-4EB5-93A1-25EBF9A20D07}">
      <dgm:prSet phldrT="[Texto]" custT="1"/>
      <dgm:spPr/>
      <dgm:t>
        <a:bodyPr/>
        <a:lstStyle/>
        <a:p>
          <a:pPr algn="ctr"/>
          <a:endParaRPr lang="es-ES" sz="1800" b="1" dirty="0"/>
        </a:p>
      </dgm:t>
    </dgm:pt>
    <dgm:pt modelId="{6652087F-111A-4974-8A1B-EC25BF0DBCD7}" type="par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E9D5064C-F8ED-4642-89D5-41196F79E0E4}" type="sib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1E390E15-EB8D-4B60-92E0-60A1BAD39BE3}">
      <dgm:prSet phldrT="[Texto]" custT="1"/>
      <dgm:spPr/>
      <dgm:t>
        <a:bodyPr/>
        <a:lstStyle/>
        <a:p>
          <a:pPr algn="ctr"/>
          <a:r>
            <a:rPr lang="es-ES" sz="1800" b="1" dirty="0"/>
            <a:t>Objetivos</a:t>
          </a:r>
        </a:p>
      </dgm:t>
    </dgm:pt>
    <dgm:pt modelId="{A23025EC-7D1A-4E3B-A288-5E664ABE2523}" type="parTrans" cxnId="{2A2A2166-336D-4C31-8626-D3A372499A88}">
      <dgm:prSet/>
      <dgm:spPr/>
      <dgm:t>
        <a:bodyPr/>
        <a:lstStyle/>
        <a:p>
          <a:endParaRPr lang="es-ES"/>
        </a:p>
      </dgm:t>
    </dgm:pt>
    <dgm:pt modelId="{DD0E4BC2-3C87-4B73-A14F-AAAEC1993D4A}" type="sibTrans" cxnId="{2A2A2166-336D-4C31-8626-D3A372499A88}">
      <dgm:prSet/>
      <dgm:spPr/>
      <dgm:t>
        <a:bodyPr/>
        <a:lstStyle/>
        <a:p>
          <a:endParaRPr lang="es-ES"/>
        </a:p>
      </dgm:t>
    </dgm:pt>
    <dgm:pt modelId="{1BD7B13D-60BF-1A43-968F-E491CC8F90B0}">
      <dgm:prSet custT="1"/>
      <dgm:spPr/>
      <dgm:t>
        <a:bodyPr/>
        <a:lstStyle/>
        <a:p>
          <a:r>
            <a:rPr lang="es-ES" sz="1800" b="1" dirty="0"/>
            <a:t>- Pregunta problema</a:t>
          </a:r>
        </a:p>
      </dgm:t>
    </dgm:pt>
    <dgm:pt modelId="{85D70702-1254-5843-A43A-4BD398B73F15}" type="parTrans" cxnId="{0B96251D-F93C-0D4B-81F6-ACDF32DAE379}">
      <dgm:prSet/>
      <dgm:spPr/>
      <dgm:t>
        <a:bodyPr/>
        <a:lstStyle/>
        <a:p>
          <a:endParaRPr lang="es-ES"/>
        </a:p>
      </dgm:t>
    </dgm:pt>
    <dgm:pt modelId="{AEA8357D-713E-CA44-B2F0-8BE05F1AFA38}" type="sibTrans" cxnId="{0B96251D-F93C-0D4B-81F6-ACDF32DAE379}">
      <dgm:prSet/>
      <dgm:spPr/>
      <dgm:t>
        <a:bodyPr/>
        <a:lstStyle/>
        <a:p>
          <a:endParaRPr lang="es-ES"/>
        </a:p>
      </dgm:t>
    </dgm:pt>
    <dgm:pt modelId="{386AFBA9-5C6D-9E4C-8288-D70C14EB1294}">
      <dgm:prSet custT="1"/>
      <dgm:spPr/>
      <dgm:t>
        <a:bodyPr/>
        <a:lstStyle/>
        <a:p>
          <a:pPr algn="l"/>
          <a:r>
            <a:rPr lang="es-ES" sz="1800" b="1" dirty="0"/>
            <a:t>- Objetivo general </a:t>
          </a:r>
          <a:endParaRPr lang="es-ES" sz="1800" b="1" dirty="0">
            <a:solidFill>
              <a:schemeClr val="bg1"/>
            </a:solidFill>
          </a:endParaRPr>
        </a:p>
      </dgm:t>
    </dgm:pt>
    <dgm:pt modelId="{2D55EFEC-C5C5-B748-A643-314A4D685B64}" type="parTrans" cxnId="{BEEC0B97-82D3-3B45-AA6F-C84C3F6647AD}">
      <dgm:prSet/>
      <dgm:spPr/>
      <dgm:t>
        <a:bodyPr/>
        <a:lstStyle/>
        <a:p>
          <a:endParaRPr lang="es-ES"/>
        </a:p>
      </dgm:t>
    </dgm:pt>
    <dgm:pt modelId="{C8040E26-FA63-DD43-83E0-574E535E8B27}" type="sibTrans" cxnId="{BEEC0B97-82D3-3B45-AA6F-C84C3F6647AD}">
      <dgm:prSet/>
      <dgm:spPr/>
      <dgm:t>
        <a:bodyPr/>
        <a:lstStyle/>
        <a:p>
          <a:endParaRPr lang="es-ES"/>
        </a:p>
      </dgm:t>
    </dgm:pt>
    <dgm:pt modelId="{3648DC61-6C15-5645-A2DD-E1E95B20809F}">
      <dgm:prSet custT="1"/>
      <dgm:spPr/>
      <dgm:t>
        <a:bodyPr/>
        <a:lstStyle/>
        <a:p>
          <a:pPr algn="just"/>
          <a:r>
            <a:rPr lang="es-AR" sz="1600" b="1" dirty="0">
              <a:solidFill>
                <a:schemeClr val="bg1"/>
              </a:solidFill>
            </a:rPr>
            <a:t>Explorar</a:t>
          </a:r>
          <a:r>
            <a:rPr lang="es-AR" sz="1600" dirty="0">
              <a:solidFill>
                <a:schemeClr val="bg1"/>
              </a:solidFill>
            </a:rPr>
            <a:t> los significados y sentidos asignados por los  participantes de  las organizaciones de ESS a su contribución a </a:t>
          </a:r>
          <a:r>
            <a:rPr lang="es-AR" sz="1600" b="0" i="0" u="none" strike="noStrike" baseline="0" dirty="0">
              <a:solidFill>
                <a:schemeClr val="bg1"/>
              </a:solidFill>
              <a:latin typeface="+mn-lt"/>
              <a:ea typeface="+mn-ea"/>
              <a:cs typeface="+mn-cs"/>
            </a:rPr>
            <a:t>las orientaciones del  </a:t>
          </a:r>
          <a:r>
            <a:rPr lang="es-AR" sz="1600" dirty="0">
              <a:solidFill>
                <a:schemeClr val="bg1"/>
              </a:solidFill>
            </a:rPr>
            <a:t> desarrollo económico de la ciudad de Neuquén en el período 2010-2014. </a:t>
          </a:r>
          <a:endParaRPr lang="es-ES" sz="1600" b="1" dirty="0">
            <a:solidFill>
              <a:schemeClr val="bg1"/>
            </a:solidFill>
          </a:endParaRPr>
        </a:p>
      </dgm:t>
    </dgm:pt>
    <dgm:pt modelId="{F559C864-59DA-034F-A06B-40B845EA0965}" type="parTrans" cxnId="{A3A2BCA7-BCEF-BD48-A8D2-221976FAB357}">
      <dgm:prSet/>
      <dgm:spPr/>
      <dgm:t>
        <a:bodyPr/>
        <a:lstStyle/>
        <a:p>
          <a:endParaRPr lang="es-ES"/>
        </a:p>
      </dgm:t>
    </dgm:pt>
    <dgm:pt modelId="{2A90F44A-A95A-4E4B-9520-A0E83C0DDD07}" type="sibTrans" cxnId="{A3A2BCA7-BCEF-BD48-A8D2-221976FAB357}">
      <dgm:prSet/>
      <dgm:spPr/>
      <dgm:t>
        <a:bodyPr/>
        <a:lstStyle/>
        <a:p>
          <a:endParaRPr lang="es-ES"/>
        </a:p>
      </dgm:t>
    </dgm:pt>
    <dgm:pt modelId="{1BF191DB-3D96-0C46-A7A4-887144F376E8}">
      <dgm:prSet custT="1"/>
      <dgm:spPr/>
      <dgm:t>
        <a:bodyPr/>
        <a:lstStyle/>
        <a:p>
          <a:r>
            <a:rPr lang="es-AR" sz="1800" dirty="0"/>
            <a:t>¿</a:t>
          </a:r>
          <a:r>
            <a:rPr lang="es-AR" sz="1600" dirty="0"/>
            <a:t>cómo </a:t>
          </a:r>
          <a:r>
            <a:rPr lang="es-AR" sz="1600" b="1" dirty="0"/>
            <a:t>significan los participantes </a:t>
          </a:r>
          <a:r>
            <a:rPr lang="es-AR" sz="1600" dirty="0"/>
            <a:t>de  las organizaciones de ESS a </a:t>
          </a:r>
          <a:r>
            <a:rPr lang="es-AR" sz="1600" b="0" i="0" u="none" strike="noStrike" baseline="0" dirty="0">
              <a:solidFill>
                <a:schemeClr val="lt1"/>
              </a:solidFill>
              <a:latin typeface="+mn-lt"/>
              <a:ea typeface="+mn-ea"/>
              <a:cs typeface="+mn-cs"/>
            </a:rPr>
            <a:t>a las orientaciones del </a:t>
          </a:r>
          <a:r>
            <a:rPr lang="es-AR" sz="1600" dirty="0"/>
            <a:t>desarrollo económico de la ciudad de Neuquen  en período 2010-2015? </a:t>
          </a:r>
          <a:endParaRPr lang="es-ES" sz="1600" b="1" dirty="0"/>
        </a:p>
      </dgm:t>
    </dgm:pt>
    <dgm:pt modelId="{0E4FC2E0-F8B3-EF47-8DD0-D4584FD36EB4}" type="parTrans" cxnId="{811E091A-5632-DF41-92F6-E9A04E78F7A3}">
      <dgm:prSet/>
      <dgm:spPr/>
      <dgm:t>
        <a:bodyPr/>
        <a:lstStyle/>
        <a:p>
          <a:endParaRPr lang="es-ES"/>
        </a:p>
      </dgm:t>
    </dgm:pt>
    <dgm:pt modelId="{7954AE08-6F91-4540-8FE8-F6C41915B6BC}" type="sibTrans" cxnId="{811E091A-5632-DF41-92F6-E9A04E78F7A3}">
      <dgm:prSet/>
      <dgm:spPr/>
      <dgm:t>
        <a:bodyPr/>
        <a:lstStyle/>
        <a:p>
          <a:endParaRPr lang="es-ES"/>
        </a:p>
      </dgm:t>
    </dgm:pt>
    <dgm:pt modelId="{CCCE9EA3-C87D-4C13-B188-B8D3BD9558EB}" type="pres">
      <dgm:prSet presAssocID="{C27D6E8C-F460-4C6F-A0FD-61F08C6066A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380FB69-42D2-468B-BA8E-F0A0EC751E7B}" type="pres">
      <dgm:prSet presAssocID="{8C91AC34-D32A-4EB5-93A1-25EBF9A20D07}" presName="compositeNode" presStyleCnt="0">
        <dgm:presLayoutVars>
          <dgm:bulletEnabled val="1"/>
        </dgm:presLayoutVars>
      </dgm:prSet>
      <dgm:spPr/>
    </dgm:pt>
    <dgm:pt modelId="{73611EA9-7BAD-4008-BE2F-B9144C15B4CF}" type="pres">
      <dgm:prSet presAssocID="{8C91AC34-D32A-4EB5-93A1-25EBF9A20D07}" presName="bgRect" presStyleLbl="node1" presStyleIdx="0" presStyleCnt="2" custScaleX="102130" custScaleY="106392"/>
      <dgm:spPr/>
      <dgm:t>
        <a:bodyPr/>
        <a:lstStyle/>
        <a:p>
          <a:endParaRPr lang="es-ES"/>
        </a:p>
      </dgm:t>
    </dgm:pt>
    <dgm:pt modelId="{DDF2DFAF-E799-451A-8779-E2FC226E0299}" type="pres">
      <dgm:prSet presAssocID="{8C91AC34-D32A-4EB5-93A1-25EBF9A20D07}" presName="parentNode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0581A84-D387-453E-AADD-D8EAEF01C617}" type="pres">
      <dgm:prSet presAssocID="{8C91AC34-D32A-4EB5-93A1-25EBF9A20D07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34CEC25-8723-4C59-A08F-3DA90ABA9F54}" type="pres">
      <dgm:prSet presAssocID="{E9D5064C-F8ED-4642-89D5-41196F79E0E4}" presName="hSp" presStyleCnt="0"/>
      <dgm:spPr/>
    </dgm:pt>
    <dgm:pt modelId="{26C8C58F-CFFB-4D4E-9676-90119B6F945C}" type="pres">
      <dgm:prSet presAssocID="{E9D5064C-F8ED-4642-89D5-41196F79E0E4}" presName="vProcSp" presStyleCnt="0"/>
      <dgm:spPr/>
    </dgm:pt>
    <dgm:pt modelId="{86AF000D-3791-4AFC-849E-89F3F51981F2}" type="pres">
      <dgm:prSet presAssocID="{E9D5064C-F8ED-4642-89D5-41196F79E0E4}" presName="vSp1" presStyleCnt="0"/>
      <dgm:spPr/>
    </dgm:pt>
    <dgm:pt modelId="{B22214BF-FA81-47A8-8489-C7FC031964BE}" type="pres">
      <dgm:prSet presAssocID="{E9D5064C-F8ED-4642-89D5-41196F79E0E4}" presName="simulatedConn" presStyleLbl="solidFgAcc1" presStyleIdx="0" presStyleCnt="1"/>
      <dgm:spPr/>
    </dgm:pt>
    <dgm:pt modelId="{1C262A3A-9071-4660-9719-A106D44FD5F8}" type="pres">
      <dgm:prSet presAssocID="{E9D5064C-F8ED-4642-89D5-41196F79E0E4}" presName="vSp2" presStyleCnt="0"/>
      <dgm:spPr/>
    </dgm:pt>
    <dgm:pt modelId="{E0271FE9-EF00-4B96-80CB-8B6A2CB0D531}" type="pres">
      <dgm:prSet presAssocID="{E9D5064C-F8ED-4642-89D5-41196F79E0E4}" presName="sibTrans" presStyleCnt="0"/>
      <dgm:spPr/>
    </dgm:pt>
    <dgm:pt modelId="{79E4050C-9E00-44F7-A2B2-410FCEFAF7B6}" type="pres">
      <dgm:prSet presAssocID="{1E390E15-EB8D-4B60-92E0-60A1BAD39BE3}" presName="compositeNode" presStyleCnt="0">
        <dgm:presLayoutVars>
          <dgm:bulletEnabled val="1"/>
        </dgm:presLayoutVars>
      </dgm:prSet>
      <dgm:spPr/>
    </dgm:pt>
    <dgm:pt modelId="{8FFE0F4A-6DC9-4CAC-B937-55D7A1ACF9A9}" type="pres">
      <dgm:prSet presAssocID="{1E390E15-EB8D-4B60-92E0-60A1BAD39BE3}" presName="bgRect" presStyleLbl="node1" presStyleIdx="1" presStyleCnt="2" custScaleX="103872" custScaleY="107383"/>
      <dgm:spPr/>
      <dgm:t>
        <a:bodyPr/>
        <a:lstStyle/>
        <a:p>
          <a:endParaRPr lang="es-ES"/>
        </a:p>
      </dgm:t>
    </dgm:pt>
    <dgm:pt modelId="{17B220B2-1269-4059-BBE5-28D26EF5A0D1}" type="pres">
      <dgm:prSet presAssocID="{1E390E15-EB8D-4B60-92E0-60A1BAD39BE3}" presName="parentNode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E992EF2-FAAF-4087-AE8B-788C5247C381}" type="pres">
      <dgm:prSet presAssocID="{1E390E15-EB8D-4B60-92E0-60A1BAD39BE3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4D1FFE8D-5535-4CA3-A0E4-D97D006E1BB7}" type="presOf" srcId="{386AFBA9-5C6D-9E4C-8288-D70C14EB1294}" destId="{AE992EF2-FAAF-4087-AE8B-788C5247C381}" srcOrd="0" destOrd="0" presId="urn:microsoft.com/office/officeart/2005/8/layout/hProcess7#2"/>
    <dgm:cxn modelId="{A85839A2-415B-40E6-A0CD-ED78AD27EE87}" type="presOf" srcId="{8C91AC34-D32A-4EB5-93A1-25EBF9A20D07}" destId="{DDF2DFAF-E799-451A-8779-E2FC226E0299}" srcOrd="1" destOrd="0" presId="urn:microsoft.com/office/officeart/2005/8/layout/hProcess7#2"/>
    <dgm:cxn modelId="{ED102693-D8E8-40D5-A84B-E9DB1BCF5467}" type="presOf" srcId="{8C91AC34-D32A-4EB5-93A1-25EBF9A20D07}" destId="{73611EA9-7BAD-4008-BE2F-B9144C15B4CF}" srcOrd="0" destOrd="0" presId="urn:microsoft.com/office/officeart/2005/8/layout/hProcess7#2"/>
    <dgm:cxn modelId="{207C0F93-F245-4ADD-B5A1-B71E2880BCC8}" type="presOf" srcId="{1BF191DB-3D96-0C46-A7A4-887144F376E8}" destId="{80581A84-D387-453E-AADD-D8EAEF01C617}" srcOrd="0" destOrd="1" presId="urn:microsoft.com/office/officeart/2005/8/layout/hProcess7#2"/>
    <dgm:cxn modelId="{C4A5E200-DA7D-44E8-BCB4-25A6088423FD}" srcId="{C27D6E8C-F460-4C6F-A0FD-61F08C6066AA}" destId="{8C91AC34-D32A-4EB5-93A1-25EBF9A20D07}" srcOrd="0" destOrd="0" parTransId="{6652087F-111A-4974-8A1B-EC25BF0DBCD7}" sibTransId="{E9D5064C-F8ED-4642-89D5-41196F79E0E4}"/>
    <dgm:cxn modelId="{D69D30D5-F829-447A-879F-05DC62E58557}" type="presOf" srcId="{1E390E15-EB8D-4B60-92E0-60A1BAD39BE3}" destId="{17B220B2-1269-4059-BBE5-28D26EF5A0D1}" srcOrd="1" destOrd="0" presId="urn:microsoft.com/office/officeart/2005/8/layout/hProcess7#2"/>
    <dgm:cxn modelId="{31C432A4-AFC8-4CDE-AB56-DC9BBEFF42E9}" type="presOf" srcId="{1E390E15-EB8D-4B60-92E0-60A1BAD39BE3}" destId="{8FFE0F4A-6DC9-4CAC-B937-55D7A1ACF9A9}" srcOrd="0" destOrd="0" presId="urn:microsoft.com/office/officeart/2005/8/layout/hProcess7#2"/>
    <dgm:cxn modelId="{BEEC0B97-82D3-3B45-AA6F-C84C3F6647AD}" srcId="{1E390E15-EB8D-4B60-92E0-60A1BAD39BE3}" destId="{386AFBA9-5C6D-9E4C-8288-D70C14EB1294}" srcOrd="0" destOrd="0" parTransId="{2D55EFEC-C5C5-B748-A643-314A4D685B64}" sibTransId="{C8040E26-FA63-DD43-83E0-574E535E8B27}"/>
    <dgm:cxn modelId="{A026BF23-F35C-4AA4-A2E3-822652C17DBB}" type="presOf" srcId="{1BD7B13D-60BF-1A43-968F-E491CC8F90B0}" destId="{80581A84-D387-453E-AADD-D8EAEF01C617}" srcOrd="0" destOrd="0" presId="urn:microsoft.com/office/officeart/2005/8/layout/hProcess7#2"/>
    <dgm:cxn modelId="{B7830074-1CAA-4012-AA8A-A1C1AC75CAC2}" type="presOf" srcId="{C27D6E8C-F460-4C6F-A0FD-61F08C6066AA}" destId="{CCCE9EA3-C87D-4C13-B188-B8D3BD9558EB}" srcOrd="0" destOrd="0" presId="urn:microsoft.com/office/officeart/2005/8/layout/hProcess7#2"/>
    <dgm:cxn modelId="{0B96251D-F93C-0D4B-81F6-ACDF32DAE379}" srcId="{8C91AC34-D32A-4EB5-93A1-25EBF9A20D07}" destId="{1BD7B13D-60BF-1A43-968F-E491CC8F90B0}" srcOrd="0" destOrd="0" parTransId="{85D70702-1254-5843-A43A-4BD398B73F15}" sibTransId="{AEA8357D-713E-CA44-B2F0-8BE05F1AFA38}"/>
    <dgm:cxn modelId="{A3A2BCA7-BCEF-BD48-A8D2-221976FAB357}" srcId="{1E390E15-EB8D-4B60-92E0-60A1BAD39BE3}" destId="{3648DC61-6C15-5645-A2DD-E1E95B20809F}" srcOrd="1" destOrd="0" parTransId="{F559C864-59DA-034F-A06B-40B845EA0965}" sibTransId="{2A90F44A-A95A-4E4B-9520-A0E83C0DDD07}"/>
    <dgm:cxn modelId="{51BDE37F-0479-421C-881B-CF6196C95930}" type="presOf" srcId="{3648DC61-6C15-5645-A2DD-E1E95B20809F}" destId="{AE992EF2-FAAF-4087-AE8B-788C5247C381}" srcOrd="0" destOrd="1" presId="urn:microsoft.com/office/officeart/2005/8/layout/hProcess7#2"/>
    <dgm:cxn modelId="{2A2A2166-336D-4C31-8626-D3A372499A88}" srcId="{C27D6E8C-F460-4C6F-A0FD-61F08C6066AA}" destId="{1E390E15-EB8D-4B60-92E0-60A1BAD39BE3}" srcOrd="1" destOrd="0" parTransId="{A23025EC-7D1A-4E3B-A288-5E664ABE2523}" sibTransId="{DD0E4BC2-3C87-4B73-A14F-AAAEC1993D4A}"/>
    <dgm:cxn modelId="{811E091A-5632-DF41-92F6-E9A04E78F7A3}" srcId="{8C91AC34-D32A-4EB5-93A1-25EBF9A20D07}" destId="{1BF191DB-3D96-0C46-A7A4-887144F376E8}" srcOrd="1" destOrd="0" parTransId="{0E4FC2E0-F8B3-EF47-8DD0-D4584FD36EB4}" sibTransId="{7954AE08-6F91-4540-8FE8-F6C41915B6BC}"/>
    <dgm:cxn modelId="{57A0EB49-455D-4CC6-A9B3-21994079BED0}" type="presParOf" srcId="{CCCE9EA3-C87D-4C13-B188-B8D3BD9558EB}" destId="{0380FB69-42D2-468B-BA8E-F0A0EC751E7B}" srcOrd="0" destOrd="0" presId="urn:microsoft.com/office/officeart/2005/8/layout/hProcess7#2"/>
    <dgm:cxn modelId="{FD920331-1D16-4A1A-8A9E-6EC30324B8BB}" type="presParOf" srcId="{0380FB69-42D2-468B-BA8E-F0A0EC751E7B}" destId="{73611EA9-7BAD-4008-BE2F-B9144C15B4CF}" srcOrd="0" destOrd="0" presId="urn:microsoft.com/office/officeart/2005/8/layout/hProcess7#2"/>
    <dgm:cxn modelId="{117158EF-06D4-48AA-BD34-02061950A36B}" type="presParOf" srcId="{0380FB69-42D2-468B-BA8E-F0A0EC751E7B}" destId="{DDF2DFAF-E799-451A-8779-E2FC226E0299}" srcOrd="1" destOrd="0" presId="urn:microsoft.com/office/officeart/2005/8/layout/hProcess7#2"/>
    <dgm:cxn modelId="{8D2AD0B0-C66B-49E9-B778-D70196256BCE}" type="presParOf" srcId="{0380FB69-42D2-468B-BA8E-F0A0EC751E7B}" destId="{80581A84-D387-453E-AADD-D8EAEF01C617}" srcOrd="2" destOrd="0" presId="urn:microsoft.com/office/officeart/2005/8/layout/hProcess7#2"/>
    <dgm:cxn modelId="{FC919A77-9D0B-4CF4-BAFC-1534AC44D2D1}" type="presParOf" srcId="{CCCE9EA3-C87D-4C13-B188-B8D3BD9558EB}" destId="{134CEC25-8723-4C59-A08F-3DA90ABA9F54}" srcOrd="1" destOrd="0" presId="urn:microsoft.com/office/officeart/2005/8/layout/hProcess7#2"/>
    <dgm:cxn modelId="{A6316BAB-47E2-42BD-8BB8-4F95C5C3E132}" type="presParOf" srcId="{CCCE9EA3-C87D-4C13-B188-B8D3BD9558EB}" destId="{26C8C58F-CFFB-4D4E-9676-90119B6F945C}" srcOrd="2" destOrd="0" presId="urn:microsoft.com/office/officeart/2005/8/layout/hProcess7#2"/>
    <dgm:cxn modelId="{D20D10EE-E5A7-45E6-B675-FE20225FDC2C}" type="presParOf" srcId="{26C8C58F-CFFB-4D4E-9676-90119B6F945C}" destId="{86AF000D-3791-4AFC-849E-89F3F51981F2}" srcOrd="0" destOrd="0" presId="urn:microsoft.com/office/officeart/2005/8/layout/hProcess7#2"/>
    <dgm:cxn modelId="{1AA93E7D-8BD8-43F4-A16C-A92A8D7B6BBE}" type="presParOf" srcId="{26C8C58F-CFFB-4D4E-9676-90119B6F945C}" destId="{B22214BF-FA81-47A8-8489-C7FC031964BE}" srcOrd="1" destOrd="0" presId="urn:microsoft.com/office/officeart/2005/8/layout/hProcess7#2"/>
    <dgm:cxn modelId="{2F200DF0-6F00-4589-B5DB-C7724A2DEEE3}" type="presParOf" srcId="{26C8C58F-CFFB-4D4E-9676-90119B6F945C}" destId="{1C262A3A-9071-4660-9719-A106D44FD5F8}" srcOrd="2" destOrd="0" presId="urn:microsoft.com/office/officeart/2005/8/layout/hProcess7#2"/>
    <dgm:cxn modelId="{EB1EC4E1-7D82-456F-8D95-9215374B4592}" type="presParOf" srcId="{CCCE9EA3-C87D-4C13-B188-B8D3BD9558EB}" destId="{E0271FE9-EF00-4B96-80CB-8B6A2CB0D531}" srcOrd="3" destOrd="0" presId="urn:microsoft.com/office/officeart/2005/8/layout/hProcess7#2"/>
    <dgm:cxn modelId="{2017E652-E2E3-464E-9EFE-33D75E7B1812}" type="presParOf" srcId="{CCCE9EA3-C87D-4C13-B188-B8D3BD9558EB}" destId="{79E4050C-9E00-44F7-A2B2-410FCEFAF7B6}" srcOrd="4" destOrd="0" presId="urn:microsoft.com/office/officeart/2005/8/layout/hProcess7#2"/>
    <dgm:cxn modelId="{6C94BF3B-3E93-4A1E-9A41-4FC31DBD41DB}" type="presParOf" srcId="{79E4050C-9E00-44F7-A2B2-410FCEFAF7B6}" destId="{8FFE0F4A-6DC9-4CAC-B937-55D7A1ACF9A9}" srcOrd="0" destOrd="0" presId="urn:microsoft.com/office/officeart/2005/8/layout/hProcess7#2"/>
    <dgm:cxn modelId="{E043CF9C-E0B9-449E-A9B0-05D32475C122}" type="presParOf" srcId="{79E4050C-9E00-44F7-A2B2-410FCEFAF7B6}" destId="{17B220B2-1269-4059-BBE5-28D26EF5A0D1}" srcOrd="1" destOrd="0" presId="urn:microsoft.com/office/officeart/2005/8/layout/hProcess7#2"/>
    <dgm:cxn modelId="{F4445F55-10C0-486C-8B3E-C2AC2B01DD09}" type="presParOf" srcId="{79E4050C-9E00-44F7-A2B2-410FCEFAF7B6}" destId="{AE992EF2-FAAF-4087-AE8B-788C5247C381}" srcOrd="2" destOrd="0" presId="urn:microsoft.com/office/officeart/2005/8/layout/hProcess7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7D6E8C-F460-4C6F-A0FD-61F08C6066AA}" type="doc">
      <dgm:prSet loTypeId="urn:microsoft.com/office/officeart/2005/8/layout/hProcess7#2" loCatId="process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s-ES"/>
        </a:p>
      </dgm:t>
    </dgm:pt>
    <dgm:pt modelId="{8C91AC34-D32A-4EB5-93A1-25EBF9A20D07}">
      <dgm:prSet phldrT="[Texto]" custT="1"/>
      <dgm:spPr/>
      <dgm:t>
        <a:bodyPr/>
        <a:lstStyle/>
        <a:p>
          <a:pPr algn="ctr"/>
          <a:endParaRPr lang="es-ES" sz="1200" b="1" dirty="0"/>
        </a:p>
      </dgm:t>
    </dgm:pt>
    <dgm:pt modelId="{6652087F-111A-4974-8A1B-EC25BF0DBCD7}" type="par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E9D5064C-F8ED-4642-89D5-41196F79E0E4}" type="sibTrans" cxnId="{C4A5E200-DA7D-44E8-BCB4-25A6088423FD}">
      <dgm:prSet/>
      <dgm:spPr/>
      <dgm:t>
        <a:bodyPr/>
        <a:lstStyle/>
        <a:p>
          <a:pPr algn="ctr"/>
          <a:endParaRPr lang="es-ES"/>
        </a:p>
      </dgm:t>
    </dgm:pt>
    <dgm:pt modelId="{1E390E15-EB8D-4B60-92E0-60A1BAD39BE3}">
      <dgm:prSet phldrT="[Texto]" custT="1"/>
      <dgm:spPr/>
      <dgm:t>
        <a:bodyPr/>
        <a:lstStyle/>
        <a:p>
          <a:pPr algn="ctr"/>
          <a:r>
            <a:rPr lang="es-ES" sz="1600" b="1" dirty="0"/>
            <a:t>Objetivos Específicos</a:t>
          </a:r>
        </a:p>
      </dgm:t>
    </dgm:pt>
    <dgm:pt modelId="{A23025EC-7D1A-4E3B-A288-5E664ABE2523}" type="parTrans" cxnId="{2A2A2166-336D-4C31-8626-D3A372499A88}">
      <dgm:prSet/>
      <dgm:spPr/>
      <dgm:t>
        <a:bodyPr/>
        <a:lstStyle/>
        <a:p>
          <a:endParaRPr lang="es-ES"/>
        </a:p>
      </dgm:t>
    </dgm:pt>
    <dgm:pt modelId="{DD0E4BC2-3C87-4B73-A14F-AAAEC1993D4A}" type="sibTrans" cxnId="{2A2A2166-336D-4C31-8626-D3A372499A88}">
      <dgm:prSet/>
      <dgm:spPr/>
      <dgm:t>
        <a:bodyPr/>
        <a:lstStyle/>
        <a:p>
          <a:endParaRPr lang="es-ES"/>
        </a:p>
      </dgm:t>
    </dgm:pt>
    <dgm:pt modelId="{1BD7B13D-60BF-1A43-968F-E491CC8F90B0}">
      <dgm:prSet custT="1"/>
      <dgm:spPr/>
      <dgm:t>
        <a:bodyPr/>
        <a:lstStyle/>
        <a:p>
          <a:pPr algn="l"/>
          <a:r>
            <a:rPr lang="es-ES" sz="1400" b="1" dirty="0"/>
            <a:t>- PREGUNTAS ESPECÍFICAS</a:t>
          </a:r>
        </a:p>
      </dgm:t>
    </dgm:pt>
    <dgm:pt modelId="{85D70702-1254-5843-A43A-4BD398B73F15}" type="parTrans" cxnId="{0B96251D-F93C-0D4B-81F6-ACDF32DAE379}">
      <dgm:prSet/>
      <dgm:spPr/>
      <dgm:t>
        <a:bodyPr/>
        <a:lstStyle/>
        <a:p>
          <a:endParaRPr lang="es-ES"/>
        </a:p>
      </dgm:t>
    </dgm:pt>
    <dgm:pt modelId="{AEA8357D-713E-CA44-B2F0-8BE05F1AFA38}" type="sibTrans" cxnId="{0B96251D-F93C-0D4B-81F6-ACDF32DAE379}">
      <dgm:prSet/>
      <dgm:spPr/>
      <dgm:t>
        <a:bodyPr/>
        <a:lstStyle/>
        <a:p>
          <a:endParaRPr lang="es-ES"/>
        </a:p>
      </dgm:t>
    </dgm:pt>
    <dgm:pt modelId="{386AFBA9-5C6D-9E4C-8288-D70C14EB1294}">
      <dgm:prSet custT="1"/>
      <dgm:spPr/>
      <dgm:t>
        <a:bodyPr/>
        <a:lstStyle/>
        <a:p>
          <a:pPr algn="just"/>
          <a:r>
            <a:rPr lang="es-AR" sz="1800" b="1" dirty="0">
              <a:solidFill>
                <a:schemeClr val="bg1"/>
              </a:solidFill>
            </a:rPr>
            <a:t>Conocer las percepciones </a:t>
          </a:r>
          <a:r>
            <a:rPr lang="es-AR" sz="1800" dirty="0">
              <a:solidFill>
                <a:schemeClr val="bg1"/>
              </a:solidFill>
            </a:rPr>
            <a:t>de los participantes sobre las formas de trabajo cooperativo en las organizacones de la </a:t>
          </a:r>
          <a:r>
            <a:rPr lang="es-AR" sz="1800" dirty="0" err="1">
              <a:solidFill>
                <a:schemeClr val="bg1"/>
              </a:solidFill>
            </a:rPr>
            <a:t>EES</a:t>
          </a:r>
          <a:r>
            <a:rPr lang="es-AR" sz="1800" dirty="0">
              <a:solidFill>
                <a:schemeClr val="bg1"/>
              </a:solidFill>
            </a:rPr>
            <a:t>.</a:t>
          </a:r>
          <a:endParaRPr lang="es-AR" sz="1800" b="1" dirty="0">
            <a:solidFill>
              <a:schemeClr val="bg1"/>
            </a:solidFill>
          </a:endParaRPr>
        </a:p>
        <a:p>
          <a:pPr algn="just"/>
          <a:endParaRPr lang="es-AR" sz="1800" dirty="0">
            <a:solidFill>
              <a:schemeClr val="bg1"/>
            </a:solidFill>
          </a:endParaRPr>
        </a:p>
        <a:p>
          <a:pPr algn="just"/>
          <a:r>
            <a:rPr lang="es-AR" sz="1800" b="1" dirty="0">
              <a:solidFill>
                <a:schemeClr val="bg1"/>
              </a:solidFill>
            </a:rPr>
            <a:t>Comprender</a:t>
          </a:r>
          <a:r>
            <a:rPr lang="es-AR" sz="1800" dirty="0">
              <a:solidFill>
                <a:schemeClr val="bg1"/>
              </a:solidFill>
            </a:rPr>
            <a:t> las estrategias de vinculación entre organizaciones de EES y organismos de desar</a:t>
          </a:r>
          <a:r>
            <a:rPr lang="es-ES" sz="1800" dirty="0">
              <a:solidFill>
                <a:schemeClr val="bg1"/>
              </a:solidFill>
            </a:rPr>
            <a:t>r</a:t>
          </a:r>
          <a:r>
            <a:rPr lang="es-AR" sz="1800" dirty="0">
              <a:solidFill>
                <a:schemeClr val="bg1"/>
              </a:solidFill>
            </a:rPr>
            <a:t>ollo provincial. </a:t>
          </a:r>
          <a:endParaRPr lang="es-ES" sz="1800" b="1" dirty="0">
            <a:solidFill>
              <a:schemeClr val="bg1"/>
            </a:solidFill>
          </a:endParaRPr>
        </a:p>
      </dgm:t>
    </dgm:pt>
    <dgm:pt modelId="{2D55EFEC-C5C5-B748-A643-314A4D685B64}" type="parTrans" cxnId="{BEEC0B97-82D3-3B45-AA6F-C84C3F6647AD}">
      <dgm:prSet/>
      <dgm:spPr/>
      <dgm:t>
        <a:bodyPr/>
        <a:lstStyle/>
        <a:p>
          <a:endParaRPr lang="es-ES"/>
        </a:p>
      </dgm:t>
    </dgm:pt>
    <dgm:pt modelId="{C8040E26-FA63-DD43-83E0-574E535E8B27}" type="sibTrans" cxnId="{BEEC0B97-82D3-3B45-AA6F-C84C3F6647AD}">
      <dgm:prSet/>
      <dgm:spPr/>
      <dgm:t>
        <a:bodyPr/>
        <a:lstStyle/>
        <a:p>
          <a:endParaRPr lang="es-ES"/>
        </a:p>
      </dgm:t>
    </dgm:pt>
    <dgm:pt modelId="{19ADDA26-524E-244C-8D8F-96943E964DDB}">
      <dgm:prSet custT="1"/>
      <dgm:spPr/>
      <dgm:t>
        <a:bodyPr/>
        <a:lstStyle/>
        <a:p>
          <a:pPr algn="l"/>
          <a:r>
            <a:rPr lang="es-AR" sz="1800" dirty="0"/>
            <a:t>¿cómo </a:t>
          </a:r>
          <a:r>
            <a:rPr lang="es-AR" sz="1800" b="1" dirty="0"/>
            <a:t>perciben los participantes </a:t>
          </a:r>
          <a:r>
            <a:rPr lang="es-AR" sz="1800" dirty="0"/>
            <a:t>las formas de trabajo cooperativo en las organizaciones de ESS?</a:t>
          </a:r>
        </a:p>
        <a:p>
          <a:pPr algn="l"/>
          <a:r>
            <a:rPr lang="es-AR" sz="1800" dirty="0"/>
            <a:t>¿En qué consisten estrategias de vinculación entre organizaciones EES y organismos de desarrollo provincial que </a:t>
          </a:r>
          <a:r>
            <a:rPr lang="es-AR" sz="1800" b="1" dirty="0"/>
            <a:t>valoran más los participantes</a:t>
          </a:r>
          <a:r>
            <a:rPr lang="es-AR" sz="1800" dirty="0"/>
            <a:t>?</a:t>
          </a:r>
        </a:p>
        <a:p>
          <a:pPr algn="l"/>
          <a:r>
            <a:rPr lang="es-AR" sz="1800" dirty="0"/>
            <a:t> </a:t>
          </a:r>
          <a:endParaRPr lang="es-ES" sz="1800" b="1" dirty="0"/>
        </a:p>
      </dgm:t>
    </dgm:pt>
    <dgm:pt modelId="{1C92BB4C-54CA-1E44-AE43-B6ABDA3F91E0}" type="parTrans" cxnId="{5186BBDE-163F-9D4B-8AF4-F172201B7CDD}">
      <dgm:prSet/>
      <dgm:spPr/>
      <dgm:t>
        <a:bodyPr/>
        <a:lstStyle/>
        <a:p>
          <a:endParaRPr lang="es-ES"/>
        </a:p>
      </dgm:t>
    </dgm:pt>
    <dgm:pt modelId="{8AEDE493-26E9-B242-9F35-4080266CD320}" type="sibTrans" cxnId="{5186BBDE-163F-9D4B-8AF4-F172201B7CDD}">
      <dgm:prSet/>
      <dgm:spPr/>
      <dgm:t>
        <a:bodyPr/>
        <a:lstStyle/>
        <a:p>
          <a:endParaRPr lang="es-ES"/>
        </a:p>
      </dgm:t>
    </dgm:pt>
    <dgm:pt modelId="{CCCE9EA3-C87D-4C13-B188-B8D3BD9558EB}" type="pres">
      <dgm:prSet presAssocID="{C27D6E8C-F460-4C6F-A0FD-61F08C6066A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380FB69-42D2-468B-BA8E-F0A0EC751E7B}" type="pres">
      <dgm:prSet presAssocID="{8C91AC34-D32A-4EB5-93A1-25EBF9A20D07}" presName="compositeNode" presStyleCnt="0">
        <dgm:presLayoutVars>
          <dgm:bulletEnabled val="1"/>
        </dgm:presLayoutVars>
      </dgm:prSet>
      <dgm:spPr/>
    </dgm:pt>
    <dgm:pt modelId="{73611EA9-7BAD-4008-BE2F-B9144C15B4CF}" type="pres">
      <dgm:prSet presAssocID="{8C91AC34-D32A-4EB5-93A1-25EBF9A20D07}" presName="bgRect" presStyleLbl="node1" presStyleIdx="0" presStyleCnt="2" custScaleX="117365" custScaleY="100000" custLinFactNeighborX="6684" custLinFactNeighborY="1403"/>
      <dgm:spPr/>
      <dgm:t>
        <a:bodyPr/>
        <a:lstStyle/>
        <a:p>
          <a:endParaRPr lang="es-ES"/>
        </a:p>
      </dgm:t>
    </dgm:pt>
    <dgm:pt modelId="{DDF2DFAF-E799-451A-8779-E2FC226E0299}" type="pres">
      <dgm:prSet presAssocID="{8C91AC34-D32A-4EB5-93A1-25EBF9A20D07}" presName="parentNode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0581A84-D387-453E-AADD-D8EAEF01C617}" type="pres">
      <dgm:prSet presAssocID="{8C91AC34-D32A-4EB5-93A1-25EBF9A20D07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34CEC25-8723-4C59-A08F-3DA90ABA9F54}" type="pres">
      <dgm:prSet presAssocID="{E9D5064C-F8ED-4642-89D5-41196F79E0E4}" presName="hSp" presStyleCnt="0"/>
      <dgm:spPr/>
    </dgm:pt>
    <dgm:pt modelId="{26C8C58F-CFFB-4D4E-9676-90119B6F945C}" type="pres">
      <dgm:prSet presAssocID="{E9D5064C-F8ED-4642-89D5-41196F79E0E4}" presName="vProcSp" presStyleCnt="0"/>
      <dgm:spPr/>
    </dgm:pt>
    <dgm:pt modelId="{86AF000D-3791-4AFC-849E-89F3F51981F2}" type="pres">
      <dgm:prSet presAssocID="{E9D5064C-F8ED-4642-89D5-41196F79E0E4}" presName="vSp1" presStyleCnt="0"/>
      <dgm:spPr/>
    </dgm:pt>
    <dgm:pt modelId="{B22214BF-FA81-47A8-8489-C7FC031964BE}" type="pres">
      <dgm:prSet presAssocID="{E9D5064C-F8ED-4642-89D5-41196F79E0E4}" presName="simulatedConn" presStyleLbl="solidFgAcc1" presStyleIdx="0" presStyleCnt="1"/>
      <dgm:spPr/>
    </dgm:pt>
    <dgm:pt modelId="{1C262A3A-9071-4660-9719-A106D44FD5F8}" type="pres">
      <dgm:prSet presAssocID="{E9D5064C-F8ED-4642-89D5-41196F79E0E4}" presName="vSp2" presStyleCnt="0"/>
      <dgm:spPr/>
    </dgm:pt>
    <dgm:pt modelId="{E0271FE9-EF00-4B96-80CB-8B6A2CB0D531}" type="pres">
      <dgm:prSet presAssocID="{E9D5064C-F8ED-4642-89D5-41196F79E0E4}" presName="sibTrans" presStyleCnt="0"/>
      <dgm:spPr/>
    </dgm:pt>
    <dgm:pt modelId="{79E4050C-9E00-44F7-A2B2-410FCEFAF7B6}" type="pres">
      <dgm:prSet presAssocID="{1E390E15-EB8D-4B60-92E0-60A1BAD39BE3}" presName="compositeNode" presStyleCnt="0">
        <dgm:presLayoutVars>
          <dgm:bulletEnabled val="1"/>
        </dgm:presLayoutVars>
      </dgm:prSet>
      <dgm:spPr/>
    </dgm:pt>
    <dgm:pt modelId="{8FFE0F4A-6DC9-4CAC-B937-55D7A1ACF9A9}" type="pres">
      <dgm:prSet presAssocID="{1E390E15-EB8D-4B60-92E0-60A1BAD39BE3}" presName="bgRect" presStyleLbl="node1" presStyleIdx="1" presStyleCnt="2" custScaleX="125627" custScaleY="100000" custLinFactNeighborX="7" custLinFactNeighborY="4631"/>
      <dgm:spPr/>
      <dgm:t>
        <a:bodyPr/>
        <a:lstStyle/>
        <a:p>
          <a:endParaRPr lang="es-ES"/>
        </a:p>
      </dgm:t>
    </dgm:pt>
    <dgm:pt modelId="{17B220B2-1269-4059-BBE5-28D26EF5A0D1}" type="pres">
      <dgm:prSet presAssocID="{1E390E15-EB8D-4B60-92E0-60A1BAD39BE3}" presName="parentNode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E992EF2-FAAF-4087-AE8B-788C5247C381}" type="pres">
      <dgm:prSet presAssocID="{1E390E15-EB8D-4B60-92E0-60A1BAD39BE3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EFEBFCE-040A-4693-BDBA-DA811CE43198}" type="presOf" srcId="{19ADDA26-524E-244C-8D8F-96943E964DDB}" destId="{80581A84-D387-453E-AADD-D8EAEF01C617}" srcOrd="0" destOrd="1" presId="urn:microsoft.com/office/officeart/2005/8/layout/hProcess7#2"/>
    <dgm:cxn modelId="{C4A5E200-DA7D-44E8-BCB4-25A6088423FD}" srcId="{C27D6E8C-F460-4C6F-A0FD-61F08C6066AA}" destId="{8C91AC34-D32A-4EB5-93A1-25EBF9A20D07}" srcOrd="0" destOrd="0" parTransId="{6652087F-111A-4974-8A1B-EC25BF0DBCD7}" sibTransId="{E9D5064C-F8ED-4642-89D5-41196F79E0E4}"/>
    <dgm:cxn modelId="{F2EB1EAA-96CF-433F-8B15-DF271BF3AD30}" type="presOf" srcId="{8C91AC34-D32A-4EB5-93A1-25EBF9A20D07}" destId="{73611EA9-7BAD-4008-BE2F-B9144C15B4CF}" srcOrd="0" destOrd="0" presId="urn:microsoft.com/office/officeart/2005/8/layout/hProcess7#2"/>
    <dgm:cxn modelId="{41F3C0A4-643A-47CE-8058-B5DDCF85521B}" type="presOf" srcId="{1E390E15-EB8D-4B60-92E0-60A1BAD39BE3}" destId="{17B220B2-1269-4059-BBE5-28D26EF5A0D1}" srcOrd="1" destOrd="0" presId="urn:microsoft.com/office/officeart/2005/8/layout/hProcess7#2"/>
    <dgm:cxn modelId="{B4C5780C-A4A5-46DF-ABF3-653F529F33F6}" type="presOf" srcId="{386AFBA9-5C6D-9E4C-8288-D70C14EB1294}" destId="{AE992EF2-FAAF-4087-AE8B-788C5247C381}" srcOrd="0" destOrd="0" presId="urn:microsoft.com/office/officeart/2005/8/layout/hProcess7#2"/>
    <dgm:cxn modelId="{BEEC0B97-82D3-3B45-AA6F-C84C3F6647AD}" srcId="{1E390E15-EB8D-4B60-92E0-60A1BAD39BE3}" destId="{386AFBA9-5C6D-9E4C-8288-D70C14EB1294}" srcOrd="0" destOrd="0" parTransId="{2D55EFEC-C5C5-B748-A643-314A4D685B64}" sibTransId="{C8040E26-FA63-DD43-83E0-574E535E8B27}"/>
    <dgm:cxn modelId="{1876A0F4-C451-4C9D-AED3-7BE6D26A1548}" type="presOf" srcId="{1E390E15-EB8D-4B60-92E0-60A1BAD39BE3}" destId="{8FFE0F4A-6DC9-4CAC-B937-55D7A1ACF9A9}" srcOrd="0" destOrd="0" presId="urn:microsoft.com/office/officeart/2005/8/layout/hProcess7#2"/>
    <dgm:cxn modelId="{44ED0821-00EA-4B1F-81EB-15E2298D878E}" type="presOf" srcId="{1BD7B13D-60BF-1A43-968F-E491CC8F90B0}" destId="{80581A84-D387-453E-AADD-D8EAEF01C617}" srcOrd="0" destOrd="0" presId="urn:microsoft.com/office/officeart/2005/8/layout/hProcess7#2"/>
    <dgm:cxn modelId="{372DE4C0-494C-453F-B4E8-9D46D364B175}" type="presOf" srcId="{8C91AC34-D32A-4EB5-93A1-25EBF9A20D07}" destId="{DDF2DFAF-E799-451A-8779-E2FC226E0299}" srcOrd="1" destOrd="0" presId="urn:microsoft.com/office/officeart/2005/8/layout/hProcess7#2"/>
    <dgm:cxn modelId="{0B96251D-F93C-0D4B-81F6-ACDF32DAE379}" srcId="{8C91AC34-D32A-4EB5-93A1-25EBF9A20D07}" destId="{1BD7B13D-60BF-1A43-968F-E491CC8F90B0}" srcOrd="0" destOrd="0" parTransId="{85D70702-1254-5843-A43A-4BD398B73F15}" sibTransId="{AEA8357D-713E-CA44-B2F0-8BE05F1AFA38}"/>
    <dgm:cxn modelId="{5186BBDE-163F-9D4B-8AF4-F172201B7CDD}" srcId="{8C91AC34-D32A-4EB5-93A1-25EBF9A20D07}" destId="{19ADDA26-524E-244C-8D8F-96943E964DDB}" srcOrd="1" destOrd="0" parTransId="{1C92BB4C-54CA-1E44-AE43-B6ABDA3F91E0}" sibTransId="{8AEDE493-26E9-B242-9F35-4080266CD320}"/>
    <dgm:cxn modelId="{2A2A2166-336D-4C31-8626-D3A372499A88}" srcId="{C27D6E8C-F460-4C6F-A0FD-61F08C6066AA}" destId="{1E390E15-EB8D-4B60-92E0-60A1BAD39BE3}" srcOrd="1" destOrd="0" parTransId="{A23025EC-7D1A-4E3B-A288-5E664ABE2523}" sibTransId="{DD0E4BC2-3C87-4B73-A14F-AAAEC1993D4A}"/>
    <dgm:cxn modelId="{AAD0A11E-4A2B-45A3-A8E3-F21F765E90B2}" type="presOf" srcId="{C27D6E8C-F460-4C6F-A0FD-61F08C6066AA}" destId="{CCCE9EA3-C87D-4C13-B188-B8D3BD9558EB}" srcOrd="0" destOrd="0" presId="urn:microsoft.com/office/officeart/2005/8/layout/hProcess7#2"/>
    <dgm:cxn modelId="{E19E3344-64BD-4BCD-96F6-D7C1733D0869}" type="presParOf" srcId="{CCCE9EA3-C87D-4C13-B188-B8D3BD9558EB}" destId="{0380FB69-42D2-468B-BA8E-F0A0EC751E7B}" srcOrd="0" destOrd="0" presId="urn:microsoft.com/office/officeart/2005/8/layout/hProcess7#2"/>
    <dgm:cxn modelId="{02032B11-C486-4712-BB2E-E66264F9DA4F}" type="presParOf" srcId="{0380FB69-42D2-468B-BA8E-F0A0EC751E7B}" destId="{73611EA9-7BAD-4008-BE2F-B9144C15B4CF}" srcOrd="0" destOrd="0" presId="urn:microsoft.com/office/officeart/2005/8/layout/hProcess7#2"/>
    <dgm:cxn modelId="{B3804F06-2FED-46A5-AC6B-62D3BEA7EEDF}" type="presParOf" srcId="{0380FB69-42D2-468B-BA8E-F0A0EC751E7B}" destId="{DDF2DFAF-E799-451A-8779-E2FC226E0299}" srcOrd="1" destOrd="0" presId="urn:microsoft.com/office/officeart/2005/8/layout/hProcess7#2"/>
    <dgm:cxn modelId="{D7A7EA72-7C8F-40FD-9B10-0D47721EE464}" type="presParOf" srcId="{0380FB69-42D2-468B-BA8E-F0A0EC751E7B}" destId="{80581A84-D387-453E-AADD-D8EAEF01C617}" srcOrd="2" destOrd="0" presId="urn:microsoft.com/office/officeart/2005/8/layout/hProcess7#2"/>
    <dgm:cxn modelId="{DEE88E88-8FEA-45FC-B059-3AED73DD524F}" type="presParOf" srcId="{CCCE9EA3-C87D-4C13-B188-B8D3BD9558EB}" destId="{134CEC25-8723-4C59-A08F-3DA90ABA9F54}" srcOrd="1" destOrd="0" presId="urn:microsoft.com/office/officeart/2005/8/layout/hProcess7#2"/>
    <dgm:cxn modelId="{C6A846ED-2B1B-4970-8770-9CDBB5007E52}" type="presParOf" srcId="{CCCE9EA3-C87D-4C13-B188-B8D3BD9558EB}" destId="{26C8C58F-CFFB-4D4E-9676-90119B6F945C}" srcOrd="2" destOrd="0" presId="urn:microsoft.com/office/officeart/2005/8/layout/hProcess7#2"/>
    <dgm:cxn modelId="{7347419B-A421-4E28-89C5-DF3625FEC62D}" type="presParOf" srcId="{26C8C58F-CFFB-4D4E-9676-90119B6F945C}" destId="{86AF000D-3791-4AFC-849E-89F3F51981F2}" srcOrd="0" destOrd="0" presId="urn:microsoft.com/office/officeart/2005/8/layout/hProcess7#2"/>
    <dgm:cxn modelId="{F0E33593-F89E-48AA-9811-1D3098959210}" type="presParOf" srcId="{26C8C58F-CFFB-4D4E-9676-90119B6F945C}" destId="{B22214BF-FA81-47A8-8489-C7FC031964BE}" srcOrd="1" destOrd="0" presId="urn:microsoft.com/office/officeart/2005/8/layout/hProcess7#2"/>
    <dgm:cxn modelId="{17BC9F36-994F-4B10-B6C2-3BF19E944B1E}" type="presParOf" srcId="{26C8C58F-CFFB-4D4E-9676-90119B6F945C}" destId="{1C262A3A-9071-4660-9719-A106D44FD5F8}" srcOrd="2" destOrd="0" presId="urn:microsoft.com/office/officeart/2005/8/layout/hProcess7#2"/>
    <dgm:cxn modelId="{E4D85EE6-407C-4E23-B256-633EF86A131A}" type="presParOf" srcId="{CCCE9EA3-C87D-4C13-B188-B8D3BD9558EB}" destId="{E0271FE9-EF00-4B96-80CB-8B6A2CB0D531}" srcOrd="3" destOrd="0" presId="urn:microsoft.com/office/officeart/2005/8/layout/hProcess7#2"/>
    <dgm:cxn modelId="{6F784CAD-63F1-4F0A-878C-35FC33D00D34}" type="presParOf" srcId="{CCCE9EA3-C87D-4C13-B188-B8D3BD9558EB}" destId="{79E4050C-9E00-44F7-A2B2-410FCEFAF7B6}" srcOrd="4" destOrd="0" presId="urn:microsoft.com/office/officeart/2005/8/layout/hProcess7#2"/>
    <dgm:cxn modelId="{D8B355DA-2BD5-4FFA-BD53-53A8A9B010AA}" type="presParOf" srcId="{79E4050C-9E00-44F7-A2B2-410FCEFAF7B6}" destId="{8FFE0F4A-6DC9-4CAC-B937-55D7A1ACF9A9}" srcOrd="0" destOrd="0" presId="urn:microsoft.com/office/officeart/2005/8/layout/hProcess7#2"/>
    <dgm:cxn modelId="{33B3E770-D4C0-4DFB-A64F-07FCBCBF8C78}" type="presParOf" srcId="{79E4050C-9E00-44F7-A2B2-410FCEFAF7B6}" destId="{17B220B2-1269-4059-BBE5-28D26EF5A0D1}" srcOrd="1" destOrd="0" presId="urn:microsoft.com/office/officeart/2005/8/layout/hProcess7#2"/>
    <dgm:cxn modelId="{66515857-97A5-4871-88FF-A9A551633E20}" type="presParOf" srcId="{79E4050C-9E00-44F7-A2B2-410FCEFAF7B6}" destId="{AE992EF2-FAAF-4087-AE8B-788C5247C381}" srcOrd="2" destOrd="0" presId="urn:microsoft.com/office/officeart/2005/8/layout/hProcess7#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EF0AE-29E7-49A9-AF4B-1A48CF5B8639}">
      <dsp:nvSpPr>
        <dsp:cNvPr id="0" name=""/>
        <dsp:cNvSpPr/>
      </dsp:nvSpPr>
      <dsp:spPr>
        <a:xfrm>
          <a:off x="1616223" y="0"/>
          <a:ext cx="4997152" cy="4997152"/>
        </a:xfrm>
        <a:prstGeom prst="ellipse">
          <a:avLst/>
        </a:prstGeom>
        <a:solidFill>
          <a:srgbClr val="CC006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300" kern="1200" dirty="0"/>
            <a:t>Ideas generales y abstractas sobre una temática </a:t>
          </a:r>
        </a:p>
      </dsp:txBody>
      <dsp:txXfrm>
        <a:off x="3416198" y="249857"/>
        <a:ext cx="1397203" cy="749572"/>
      </dsp:txXfrm>
    </dsp:sp>
    <dsp:sp modelId="{1A2CED3D-A6D7-4D26-AEF1-13A4F007CAD0}">
      <dsp:nvSpPr>
        <dsp:cNvPr id="0" name=""/>
        <dsp:cNvSpPr/>
      </dsp:nvSpPr>
      <dsp:spPr>
        <a:xfrm>
          <a:off x="2115939" y="999430"/>
          <a:ext cx="3997721" cy="3997721"/>
        </a:xfrm>
        <a:prstGeom prst="ellipse">
          <a:avLst/>
        </a:prstGeom>
        <a:solidFill>
          <a:schemeClr val="accent3">
            <a:hueOff val="-5513091"/>
            <a:satOff val="8941"/>
            <a:lumOff val="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300" kern="1200" dirty="0"/>
            <a:t>Área temática</a:t>
          </a:r>
        </a:p>
      </dsp:txBody>
      <dsp:txXfrm>
        <a:off x="3416198" y="1239293"/>
        <a:ext cx="1397203" cy="719589"/>
      </dsp:txXfrm>
    </dsp:sp>
    <dsp:sp modelId="{BE4C633B-0713-401E-A6E0-6A028B625AF6}">
      <dsp:nvSpPr>
        <dsp:cNvPr id="0" name=""/>
        <dsp:cNvSpPr/>
      </dsp:nvSpPr>
      <dsp:spPr>
        <a:xfrm>
          <a:off x="2615654" y="1998860"/>
          <a:ext cx="2998291" cy="2998291"/>
        </a:xfrm>
        <a:prstGeom prst="ellipse">
          <a:avLst/>
        </a:prstGeom>
        <a:solidFill>
          <a:schemeClr val="accent3">
            <a:hueOff val="-11026182"/>
            <a:satOff val="17881"/>
            <a:lumOff val="1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300" kern="1200" dirty="0"/>
            <a:t>Aspectos problemáticos</a:t>
          </a:r>
        </a:p>
      </dsp:txBody>
      <dsp:txXfrm>
        <a:off x="3416198" y="2223732"/>
        <a:ext cx="1397203" cy="674615"/>
      </dsp:txXfrm>
    </dsp:sp>
    <dsp:sp modelId="{A85E9D15-A95E-46CC-86D4-D941A4838963}">
      <dsp:nvSpPr>
        <dsp:cNvPr id="0" name=""/>
        <dsp:cNvSpPr/>
      </dsp:nvSpPr>
      <dsp:spPr>
        <a:xfrm>
          <a:off x="3115369" y="2998291"/>
          <a:ext cx="1998860" cy="1998860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300" b="1" kern="1200" dirty="0"/>
            <a:t>Problema de investigación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300" b="1" kern="1200" dirty="0"/>
            <a:t>Preguntas específicas</a:t>
          </a:r>
        </a:p>
      </dsp:txBody>
      <dsp:txXfrm>
        <a:off x="3408095" y="3498006"/>
        <a:ext cx="1413408" cy="9994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4F1EF-E70D-4DDA-9424-AB76EF4FB86A}">
      <dsp:nvSpPr>
        <dsp:cNvPr id="0" name=""/>
        <dsp:cNvSpPr/>
      </dsp:nvSpPr>
      <dsp:spPr>
        <a:xfrm>
          <a:off x="0" y="0"/>
          <a:ext cx="8229596" cy="5544616"/>
        </a:xfrm>
        <a:prstGeom prst="ellipse">
          <a:avLst/>
        </a:prstGeom>
        <a:solidFill>
          <a:srgbClr val="CC009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 smtClean="0"/>
            <a:t>IDEAS GENERALES DE INTERÉS</a:t>
          </a:r>
          <a:endParaRPr lang="es-ES" sz="1800" b="1" kern="1200" dirty="0"/>
        </a:p>
      </dsp:txBody>
      <dsp:txXfrm>
        <a:off x="2571748" y="277230"/>
        <a:ext cx="3086098" cy="554461"/>
      </dsp:txXfrm>
    </dsp:sp>
    <dsp:sp modelId="{7E8D19BA-CC8F-4AC3-8485-953C53DCBE82}">
      <dsp:nvSpPr>
        <dsp:cNvPr id="0" name=""/>
        <dsp:cNvSpPr/>
      </dsp:nvSpPr>
      <dsp:spPr>
        <a:xfrm>
          <a:off x="4297449" y="760868"/>
          <a:ext cx="3932133" cy="4135920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 smtClean="0"/>
            <a:t>ÁREA TEMÁTICA II</a:t>
          </a:r>
          <a:endParaRPr lang="es-ES" sz="1800" b="1" kern="1200" dirty="0"/>
        </a:p>
      </dsp:txBody>
      <dsp:txXfrm>
        <a:off x="5415649" y="998684"/>
        <a:ext cx="1695732" cy="475630"/>
      </dsp:txXfrm>
    </dsp:sp>
    <dsp:sp modelId="{A6E089EF-F730-4D65-975C-50369AEB99BC}">
      <dsp:nvSpPr>
        <dsp:cNvPr id="0" name=""/>
        <dsp:cNvSpPr/>
      </dsp:nvSpPr>
      <dsp:spPr>
        <a:xfrm>
          <a:off x="11834" y="724960"/>
          <a:ext cx="4234345" cy="413863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 smtClean="0"/>
            <a:t>ÁREA TEMÁTICA I</a:t>
          </a:r>
          <a:endParaRPr lang="es-ES" sz="1800" b="1" kern="1200" dirty="0"/>
        </a:p>
      </dsp:txBody>
      <dsp:txXfrm>
        <a:off x="1033369" y="1010526"/>
        <a:ext cx="2191273" cy="571131"/>
      </dsp:txXfrm>
    </dsp:sp>
    <dsp:sp modelId="{C23F6D31-DBA7-4216-BFED-F856BBDBD9E8}">
      <dsp:nvSpPr>
        <dsp:cNvPr id="0" name=""/>
        <dsp:cNvSpPr/>
      </dsp:nvSpPr>
      <dsp:spPr>
        <a:xfrm>
          <a:off x="154348" y="1728206"/>
          <a:ext cx="1991013" cy="1990921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b="1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b="1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b="1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err="1" smtClean="0"/>
            <a:t>Prob</a:t>
          </a:r>
          <a:r>
            <a:rPr lang="es-ES" sz="2000" b="1" kern="1200" dirty="0" smtClean="0"/>
            <a:t>. de inv.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smtClean="0"/>
            <a:t>I -1</a:t>
          </a:r>
        </a:p>
      </dsp:txBody>
      <dsp:txXfrm>
        <a:off x="612281" y="1907389"/>
        <a:ext cx="1075147" cy="358365"/>
      </dsp:txXfrm>
    </dsp:sp>
    <dsp:sp modelId="{EEE598E5-163E-4722-9EA2-870C7948A356}">
      <dsp:nvSpPr>
        <dsp:cNvPr id="0" name=""/>
        <dsp:cNvSpPr/>
      </dsp:nvSpPr>
      <dsp:spPr>
        <a:xfrm>
          <a:off x="2259405" y="1728181"/>
          <a:ext cx="1864964" cy="2016465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b="1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b="1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err="1" smtClean="0"/>
            <a:t>Prob</a:t>
          </a:r>
          <a:r>
            <a:rPr lang="es-ES" sz="2000" b="1" kern="1200" dirty="0" smtClean="0"/>
            <a:t>. de inv.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smtClean="0"/>
            <a:t>I-2</a:t>
          </a:r>
          <a:endParaRPr lang="es-ES" sz="2000" kern="1200" dirty="0"/>
        </a:p>
      </dsp:txBody>
      <dsp:txXfrm>
        <a:off x="2585773" y="1980239"/>
        <a:ext cx="1212227" cy="504116"/>
      </dsp:txXfrm>
    </dsp:sp>
    <dsp:sp modelId="{6E82F3EA-0561-4C40-839A-EC6E50011207}">
      <dsp:nvSpPr>
        <dsp:cNvPr id="0" name=""/>
        <dsp:cNvSpPr/>
      </dsp:nvSpPr>
      <dsp:spPr>
        <a:xfrm>
          <a:off x="4424619" y="1843406"/>
          <a:ext cx="1922429" cy="1829002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b="1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err="1" smtClean="0"/>
            <a:t>Prob</a:t>
          </a:r>
          <a:r>
            <a:rPr lang="es-ES" sz="2000" b="1" kern="1200" dirty="0" smtClean="0"/>
            <a:t>. de inv.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smtClean="0"/>
            <a:t>II - 3</a:t>
          </a:r>
          <a:endParaRPr lang="es-ES" sz="2000" kern="1200" dirty="0"/>
        </a:p>
      </dsp:txBody>
      <dsp:txXfrm>
        <a:off x="4732207" y="2116842"/>
        <a:ext cx="1307251" cy="440789"/>
      </dsp:txXfrm>
    </dsp:sp>
    <dsp:sp modelId="{2AC7EDD0-BC8B-4CDE-A491-439F9EFAD599}">
      <dsp:nvSpPr>
        <dsp:cNvPr id="0" name=""/>
        <dsp:cNvSpPr/>
      </dsp:nvSpPr>
      <dsp:spPr>
        <a:xfrm>
          <a:off x="6414855" y="1728193"/>
          <a:ext cx="1814744" cy="1890262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err="1" smtClean="0"/>
            <a:t>Probl</a:t>
          </a:r>
          <a:r>
            <a:rPr lang="es-ES" sz="2000" b="1" kern="1200" dirty="0" smtClean="0"/>
            <a:t>. de inv.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smtClean="0"/>
            <a:t>II - 4</a:t>
          </a:r>
          <a:endParaRPr lang="es-ES" sz="2000" kern="1200" dirty="0"/>
        </a:p>
      </dsp:txBody>
      <dsp:txXfrm>
        <a:off x="6680618" y="2200759"/>
        <a:ext cx="1283218" cy="9451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6E77F-1921-4554-BA75-9302C33AF0BE}">
      <dsp:nvSpPr>
        <dsp:cNvPr id="0" name=""/>
        <dsp:cNvSpPr/>
      </dsp:nvSpPr>
      <dsp:spPr>
        <a:xfrm>
          <a:off x="6044425" y="4126977"/>
          <a:ext cx="2889865" cy="18719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501327"/>
              <a:satOff val="1667"/>
              <a:lumOff val="50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err="1">
              <a:latin typeface="Calibri" pitchFamily="34" charset="0"/>
            </a:rPr>
            <a:t>importancia</a:t>
          </a:r>
          <a:r>
            <a:rPr lang="en-US" sz="1300" kern="1200" dirty="0">
              <a:latin typeface="Calibri" pitchFamily="34" charset="0"/>
            </a:rPr>
            <a:t> para el </a:t>
          </a:r>
          <a:r>
            <a:rPr lang="en-US" sz="1300" kern="1200" dirty="0" err="1">
              <a:latin typeface="Calibri" pitchFamily="34" charset="0"/>
            </a:rPr>
            <a:t>área</a:t>
          </a:r>
          <a:r>
            <a:rPr lang="en-US" sz="1300" kern="1200" dirty="0">
              <a:latin typeface="Calibri" pitchFamily="34" charset="0"/>
            </a:rPr>
            <a:t> </a:t>
          </a:r>
          <a:r>
            <a:rPr lang="en-US" sz="1300" kern="1200" dirty="0" err="1">
              <a:latin typeface="Calibri" pitchFamily="34" charset="0"/>
            </a:rPr>
            <a:t>disciplinar</a:t>
          </a:r>
          <a:r>
            <a:rPr lang="en-US" sz="1300" kern="1200" dirty="0">
              <a:latin typeface="Calibri" pitchFamily="34" charset="0"/>
            </a:rPr>
            <a:t> </a:t>
          </a:r>
          <a:endParaRPr lang="es-E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AR" sz="1300" kern="1200" dirty="0">
              <a:latin typeface="Calibri" pitchFamily="34" charset="0"/>
              <a:cs typeface="Times New Roman" pitchFamily="18" charset="0"/>
            </a:rPr>
            <a:t>Aporte de la investigación, en qué consiste su relevancia, actualidad y originalidad.</a:t>
          </a:r>
        </a:p>
      </dsp:txBody>
      <dsp:txXfrm>
        <a:off x="6952505" y="4636093"/>
        <a:ext cx="1940663" cy="1321741"/>
      </dsp:txXfrm>
    </dsp:sp>
    <dsp:sp modelId="{190DAEE0-7B01-4DB0-A2DA-ADAFC5F53398}">
      <dsp:nvSpPr>
        <dsp:cNvPr id="0" name=""/>
        <dsp:cNvSpPr/>
      </dsp:nvSpPr>
      <dsp:spPr>
        <a:xfrm>
          <a:off x="500713" y="4126977"/>
          <a:ext cx="2889865" cy="18719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751989"/>
              <a:satOff val="2501"/>
              <a:lumOff val="7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AR" sz="1300" kern="1200" noProof="0" dirty="0">
              <a:latin typeface="Calibri" pitchFamily="34" charset="0"/>
              <a:cs typeface="Times New Roman" pitchFamily="18" charset="0"/>
            </a:rPr>
            <a:t>Disponibilidad de tiempo, recursos financieros, equipo de investigadores, accesibilidad</a:t>
          </a:r>
          <a:endParaRPr lang="es-AR" sz="1300" kern="1200" noProof="0" dirty="0"/>
        </a:p>
      </dsp:txBody>
      <dsp:txXfrm>
        <a:off x="541834" y="4636093"/>
        <a:ext cx="1940663" cy="1321741"/>
      </dsp:txXfrm>
    </dsp:sp>
    <dsp:sp modelId="{CC25F85C-7276-43BE-B999-6388C978323F}">
      <dsp:nvSpPr>
        <dsp:cNvPr id="0" name=""/>
        <dsp:cNvSpPr/>
      </dsp:nvSpPr>
      <dsp:spPr>
        <a:xfrm>
          <a:off x="5219889" y="-49675"/>
          <a:ext cx="4255673" cy="22693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250663"/>
              <a:satOff val="834"/>
              <a:lumOff val="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Calibri" pitchFamily="34" charset="0"/>
            </a:rPr>
            <a:t>PROPOSICIONES QUE EXPRESAN A TRAVÉS DE UN VERBO EN INFINITIVO EL ABORDAJE DE UN SECTOR DE LA REALIDAD.</a:t>
          </a:r>
          <a:endParaRPr lang="es-ES" sz="1600" kern="1200" dirty="0"/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OBJETIVOS GENERALES Y ESPECÍFICOS</a:t>
          </a:r>
        </a:p>
      </dsp:txBody>
      <dsp:txXfrm>
        <a:off x="6546442" y="176"/>
        <a:ext cx="2879269" cy="1602332"/>
      </dsp:txXfrm>
    </dsp:sp>
    <dsp:sp modelId="{7E1FD1AC-29C9-4691-AA37-D5F59CCBBE54}">
      <dsp:nvSpPr>
        <dsp:cNvPr id="0" name=""/>
        <dsp:cNvSpPr/>
      </dsp:nvSpPr>
      <dsp:spPr>
        <a:xfrm>
          <a:off x="663181" y="149025"/>
          <a:ext cx="2889865" cy="18719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" pitchFamily="34" charset="0"/>
            </a:rPr>
            <a:t>INTERROGANTE QUE EXPRESAN EL DESCONOCIMIENTO DE UN SECTOR DE LA REALIDAD .</a:t>
          </a:r>
          <a:endParaRPr lang="es-E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" pitchFamily="34" charset="0"/>
            </a:rPr>
            <a:t> PREGUNTAS GENERALES Y ESPECÍFICAS.</a:t>
          </a:r>
          <a:endParaRPr lang="es-ES" sz="1400" kern="1200" dirty="0"/>
        </a:p>
      </dsp:txBody>
      <dsp:txXfrm>
        <a:off x="704302" y="190146"/>
        <a:ext cx="1940663" cy="1321741"/>
      </dsp:txXfrm>
    </dsp:sp>
    <dsp:sp modelId="{BF53D97B-46CB-4454-86D5-E4CEBA264DAA}">
      <dsp:nvSpPr>
        <dsp:cNvPr id="0" name=""/>
        <dsp:cNvSpPr/>
      </dsp:nvSpPr>
      <dsp:spPr>
        <a:xfrm>
          <a:off x="2449041" y="383121"/>
          <a:ext cx="2533019" cy="2533019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800" kern="1200" dirty="0"/>
            <a:t>¿? </a:t>
          </a:r>
        </a:p>
      </dsp:txBody>
      <dsp:txXfrm>
        <a:off x="3190945" y="1125025"/>
        <a:ext cx="1791115" cy="1791115"/>
      </dsp:txXfrm>
    </dsp:sp>
    <dsp:sp modelId="{DC68E852-2EE4-4903-96DA-45CF2BFDEB8B}">
      <dsp:nvSpPr>
        <dsp:cNvPr id="0" name=""/>
        <dsp:cNvSpPr/>
      </dsp:nvSpPr>
      <dsp:spPr>
        <a:xfrm rot="5400000">
          <a:off x="5099059" y="348874"/>
          <a:ext cx="2533019" cy="2533019"/>
        </a:xfrm>
        <a:prstGeom prst="pieWedge">
          <a:avLst/>
        </a:prstGeom>
        <a:solidFill>
          <a:schemeClr val="accent2">
            <a:hueOff val="2250663"/>
            <a:satOff val="834"/>
            <a:lumOff val="2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/>
            <a:t>Objetivos</a:t>
          </a:r>
        </a:p>
      </dsp:txBody>
      <dsp:txXfrm rot="-5400000">
        <a:off x="5099059" y="1090778"/>
        <a:ext cx="1791115" cy="1791115"/>
      </dsp:txXfrm>
    </dsp:sp>
    <dsp:sp modelId="{19114E98-3E51-4852-852F-7954EA5D2D0E}">
      <dsp:nvSpPr>
        <dsp:cNvPr id="0" name=""/>
        <dsp:cNvSpPr/>
      </dsp:nvSpPr>
      <dsp:spPr>
        <a:xfrm rot="10800000">
          <a:off x="5099059" y="3033139"/>
          <a:ext cx="2533019" cy="2533019"/>
        </a:xfrm>
        <a:prstGeom prst="pieWedge">
          <a:avLst/>
        </a:prstGeom>
        <a:solidFill>
          <a:schemeClr val="accent2">
            <a:hueOff val="4501327"/>
            <a:satOff val="1667"/>
            <a:lumOff val="50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>
              <a:latin typeface="Calibri" pitchFamily="34" charset="0"/>
            </a:rPr>
            <a:t>Justificación</a:t>
          </a:r>
          <a:r>
            <a:rPr lang="en-US" sz="2000" kern="1200" dirty="0">
              <a:latin typeface="Calibri" pitchFamily="34" charset="0"/>
            </a:rPr>
            <a:t> y </a:t>
          </a:r>
          <a:r>
            <a:rPr lang="en-US" sz="2000" kern="1200" dirty="0" err="1">
              <a:latin typeface="Calibri" pitchFamily="34" charset="0"/>
            </a:rPr>
            <a:t>relevancia</a:t>
          </a:r>
          <a:endParaRPr lang="es-ES" sz="2000" kern="1200" dirty="0"/>
        </a:p>
      </dsp:txBody>
      <dsp:txXfrm rot="10800000">
        <a:off x="5099059" y="3033139"/>
        <a:ext cx="1791115" cy="1791115"/>
      </dsp:txXfrm>
    </dsp:sp>
    <dsp:sp modelId="{C610A0A2-007D-48F8-BD90-2DE49B253E6D}">
      <dsp:nvSpPr>
        <dsp:cNvPr id="0" name=""/>
        <dsp:cNvSpPr/>
      </dsp:nvSpPr>
      <dsp:spPr>
        <a:xfrm rot="16200000">
          <a:off x="2449041" y="3033139"/>
          <a:ext cx="2533019" cy="2533019"/>
        </a:xfrm>
        <a:prstGeom prst="pieWedge">
          <a:avLst/>
        </a:prstGeom>
        <a:solidFill>
          <a:schemeClr val="accent2">
            <a:hueOff val="6751989"/>
            <a:satOff val="2501"/>
            <a:lumOff val="76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>
              <a:latin typeface="Calibri" pitchFamily="34" charset="0"/>
              <a:cs typeface="Times New Roman" pitchFamily="18" charset="0"/>
            </a:rPr>
            <a:t>Viabilidad</a:t>
          </a:r>
          <a:endParaRPr lang="es-ES" sz="2700" kern="1200" dirty="0"/>
        </a:p>
      </dsp:txBody>
      <dsp:txXfrm rot="5400000">
        <a:off x="3190945" y="3033139"/>
        <a:ext cx="1791115" cy="1791115"/>
      </dsp:txXfrm>
    </dsp:sp>
    <dsp:sp modelId="{C49BBA07-9EF1-4BAF-9E53-74AB9E6EB0C6}">
      <dsp:nvSpPr>
        <dsp:cNvPr id="0" name=""/>
        <dsp:cNvSpPr/>
      </dsp:nvSpPr>
      <dsp:spPr>
        <a:xfrm>
          <a:off x="4603277" y="2448146"/>
          <a:ext cx="874564" cy="760490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9C80B-51FD-4C88-ABBB-05EFD204F734}">
      <dsp:nvSpPr>
        <dsp:cNvPr id="0" name=""/>
        <dsp:cNvSpPr/>
      </dsp:nvSpPr>
      <dsp:spPr>
        <a:xfrm rot="10800000">
          <a:off x="4603277" y="2740642"/>
          <a:ext cx="874564" cy="760490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4D27A-7FB5-43F3-9DF8-96B3268E11F2}">
      <dsp:nvSpPr>
        <dsp:cNvPr id="0" name=""/>
        <dsp:cNvSpPr/>
      </dsp:nvSpPr>
      <dsp:spPr>
        <a:xfrm>
          <a:off x="-5116967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64009-4C25-4FAD-887A-F7FE6862508A}">
      <dsp:nvSpPr>
        <dsp:cNvPr id="0" name=""/>
        <dsp:cNvSpPr/>
      </dsp:nvSpPr>
      <dsp:spPr>
        <a:xfrm>
          <a:off x="628203" y="452596"/>
          <a:ext cx="7538938" cy="9051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la respuesta aporta algún tipo </a:t>
          </a:r>
          <a:r>
            <a:rPr lang="es-ES" sz="2100" b="0" kern="1200" dirty="0"/>
            <a:t>de</a:t>
          </a:r>
          <a:r>
            <a:rPr lang="es-ES" sz="2100" b="1" kern="1200" dirty="0"/>
            <a:t> conocimiento no disponible previamente;</a:t>
          </a:r>
        </a:p>
      </dsp:txBody>
      <dsp:txXfrm>
        <a:off x="628203" y="452596"/>
        <a:ext cx="7538938" cy="905192"/>
      </dsp:txXfrm>
    </dsp:sp>
    <dsp:sp modelId="{9B2DAF2E-16CC-423E-869C-36A0DBDF17CA}">
      <dsp:nvSpPr>
        <dsp:cNvPr id="0" name=""/>
        <dsp:cNvSpPr/>
      </dsp:nvSpPr>
      <dsp:spPr>
        <a:xfrm>
          <a:off x="62458" y="339447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A76AF-57A0-4F39-86EF-E7B48F180018}">
      <dsp:nvSpPr>
        <dsp:cNvPr id="0" name=""/>
        <dsp:cNvSpPr/>
      </dsp:nvSpPr>
      <dsp:spPr>
        <a:xfrm>
          <a:off x="957241" y="1810385"/>
          <a:ext cx="7209900" cy="90519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se formula de tal manera que pueda ser </a:t>
          </a:r>
          <a:r>
            <a:rPr lang="es-ES" sz="2100" b="1" kern="1200" dirty="0"/>
            <a:t>refutada empíricamente</a:t>
          </a:r>
        </a:p>
      </dsp:txBody>
      <dsp:txXfrm>
        <a:off x="957241" y="1810385"/>
        <a:ext cx="7209900" cy="905192"/>
      </dsp:txXfrm>
    </dsp:sp>
    <dsp:sp modelId="{768B7FCE-E802-427C-83A2-5DF7E068318D}">
      <dsp:nvSpPr>
        <dsp:cNvPr id="0" name=""/>
        <dsp:cNvSpPr/>
      </dsp:nvSpPr>
      <dsp:spPr>
        <a:xfrm>
          <a:off x="391495" y="1697236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9470A-3023-4F4D-9DFE-576413DF5F1F}">
      <dsp:nvSpPr>
        <dsp:cNvPr id="0" name=""/>
        <dsp:cNvSpPr/>
      </dsp:nvSpPr>
      <dsp:spPr>
        <a:xfrm>
          <a:off x="628203" y="3168174"/>
          <a:ext cx="7538938" cy="90519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resulta </a:t>
          </a:r>
          <a:r>
            <a:rPr lang="es-ES" sz="2100" b="0" kern="1200" dirty="0"/>
            <a:t>relevante como aportes de </a:t>
          </a:r>
          <a:r>
            <a:rPr lang="es-ES" sz="2100" b="1" kern="1200" dirty="0"/>
            <a:t>nuevos conocimientos en el marco de una disciplina o práctica científico-profesional.</a:t>
          </a:r>
        </a:p>
      </dsp:txBody>
      <dsp:txXfrm>
        <a:off x="628203" y="3168174"/>
        <a:ext cx="7538938" cy="905192"/>
      </dsp:txXfrm>
    </dsp:sp>
    <dsp:sp modelId="{741410F6-C270-4AFF-8014-DF365A990517}">
      <dsp:nvSpPr>
        <dsp:cNvPr id="0" name=""/>
        <dsp:cNvSpPr/>
      </dsp:nvSpPr>
      <dsp:spPr>
        <a:xfrm>
          <a:off x="62458" y="3055025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6433B-B2AF-4033-9BD3-22C715A38699}">
      <dsp:nvSpPr>
        <dsp:cNvPr id="0" name=""/>
        <dsp:cNvSpPr/>
      </dsp:nvSpPr>
      <dsp:spPr>
        <a:xfrm>
          <a:off x="-5116967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9489B2-7E80-476D-9B8C-2B8445611DC5}">
      <dsp:nvSpPr>
        <dsp:cNvPr id="0" name=""/>
        <dsp:cNvSpPr/>
      </dsp:nvSpPr>
      <dsp:spPr>
        <a:xfrm>
          <a:off x="628203" y="452596"/>
          <a:ext cx="7538938" cy="9051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/>
            <a:t>busca </a:t>
          </a:r>
          <a:r>
            <a:rPr lang="es-ES" sz="1900" b="1" kern="1200" dirty="0"/>
            <a:t>acrecentar el conocimiento </a:t>
          </a:r>
          <a:r>
            <a:rPr lang="es-ES" sz="1900" kern="1200" dirty="0"/>
            <a:t>sobre algún fenómeno de la realidad (= objetivo </a:t>
          </a:r>
          <a:r>
            <a:rPr lang="es-ES" sz="1900" b="1" kern="1200" dirty="0"/>
            <a:t>cognitivo</a:t>
          </a:r>
          <a:r>
            <a:rPr lang="es-ES" sz="1900" kern="1200" dirty="0"/>
            <a:t>)</a:t>
          </a:r>
        </a:p>
      </dsp:txBody>
      <dsp:txXfrm>
        <a:off x="628203" y="452596"/>
        <a:ext cx="7538938" cy="905192"/>
      </dsp:txXfrm>
    </dsp:sp>
    <dsp:sp modelId="{1F7D076C-7EE8-4C50-B86C-B5E70AD89D47}">
      <dsp:nvSpPr>
        <dsp:cNvPr id="0" name=""/>
        <dsp:cNvSpPr/>
      </dsp:nvSpPr>
      <dsp:spPr>
        <a:xfrm>
          <a:off x="62458" y="339447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A7499-B782-4610-971D-2B6E692B153D}">
      <dsp:nvSpPr>
        <dsp:cNvPr id="0" name=""/>
        <dsp:cNvSpPr/>
      </dsp:nvSpPr>
      <dsp:spPr>
        <a:xfrm>
          <a:off x="957241" y="1810385"/>
          <a:ext cx="7209900" cy="90519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/>
            <a:t>se expresa mediante una </a:t>
          </a:r>
          <a:r>
            <a:rPr lang="es-ES" sz="1900" b="1" kern="1200" dirty="0"/>
            <a:t>proposición</a:t>
          </a:r>
          <a:r>
            <a:rPr lang="es-ES" sz="1900" kern="1200" dirty="0"/>
            <a:t> encabezada con un </a:t>
          </a:r>
          <a:r>
            <a:rPr lang="es-ES" sz="1900" b="1" kern="1200" dirty="0"/>
            <a:t>verbo en infinitivo</a:t>
          </a:r>
          <a:r>
            <a:rPr lang="es-ES" sz="1900" kern="1200" dirty="0"/>
            <a:t>,  la intención del investigador de abordar algún aspecto de la realidad a investigar;</a:t>
          </a:r>
        </a:p>
      </dsp:txBody>
      <dsp:txXfrm>
        <a:off x="957241" y="1810385"/>
        <a:ext cx="7209900" cy="905192"/>
      </dsp:txXfrm>
    </dsp:sp>
    <dsp:sp modelId="{A5AAE5E3-2798-41E8-BC2E-A80F23CEB749}">
      <dsp:nvSpPr>
        <dsp:cNvPr id="0" name=""/>
        <dsp:cNvSpPr/>
      </dsp:nvSpPr>
      <dsp:spPr>
        <a:xfrm>
          <a:off x="391495" y="1697236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ADD25-FAC7-4983-802A-32E68A73DD3D}">
      <dsp:nvSpPr>
        <dsp:cNvPr id="0" name=""/>
        <dsp:cNvSpPr/>
      </dsp:nvSpPr>
      <dsp:spPr>
        <a:xfrm>
          <a:off x="628203" y="3168174"/>
          <a:ext cx="7538938" cy="90519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/>
            <a:t>tiene una </a:t>
          </a:r>
          <a:r>
            <a:rPr lang="es-ES" sz="1900" b="1" kern="1200" dirty="0"/>
            <a:t>implicancia estrecha con las preguntas de investigación </a:t>
          </a:r>
          <a:r>
            <a:rPr lang="es-ES" sz="1900" kern="1200" dirty="0"/>
            <a:t>y contienen los mismos conceptos teóricos.</a:t>
          </a:r>
        </a:p>
      </dsp:txBody>
      <dsp:txXfrm>
        <a:off x="628203" y="3168174"/>
        <a:ext cx="7538938" cy="905192"/>
      </dsp:txXfrm>
    </dsp:sp>
    <dsp:sp modelId="{05E6E69B-5D13-45A3-AF04-9283C781E061}">
      <dsp:nvSpPr>
        <dsp:cNvPr id="0" name=""/>
        <dsp:cNvSpPr/>
      </dsp:nvSpPr>
      <dsp:spPr>
        <a:xfrm>
          <a:off x="62458" y="3055025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11EA9-7BAD-4008-BE2F-B9144C15B4CF}">
      <dsp:nvSpPr>
        <dsp:cNvPr id="0" name=""/>
        <dsp:cNvSpPr/>
      </dsp:nvSpPr>
      <dsp:spPr>
        <a:xfrm>
          <a:off x="2285" y="-70677"/>
          <a:ext cx="3914077" cy="2036979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1" kern="1200" dirty="0"/>
        </a:p>
      </dsp:txBody>
      <dsp:txXfrm rot="16200000">
        <a:off x="-441467" y="373076"/>
        <a:ext cx="1670322" cy="782815"/>
      </dsp:txXfrm>
    </dsp:sp>
    <dsp:sp modelId="{80581A84-D387-453E-AADD-D8EAEF01C617}">
      <dsp:nvSpPr>
        <dsp:cNvPr id="0" name=""/>
        <dsp:cNvSpPr/>
      </dsp:nvSpPr>
      <dsp:spPr>
        <a:xfrm>
          <a:off x="779183" y="-70677"/>
          <a:ext cx="2915987" cy="2036979"/>
        </a:xfrm>
        <a:prstGeom prst="rect">
          <a:avLst/>
        </a:prstGeom>
        <a:noFill/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/>
            <a:t>- Pregunta problema (general)</a:t>
          </a:r>
          <a:endParaRPr lang="es-ES" sz="1800" b="1" kern="1200" dirty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/>
            <a:t>¿Cómo se han </a:t>
          </a:r>
          <a:r>
            <a:rPr lang="es-AR" sz="1800" b="1" kern="1200"/>
            <a:t>comportado las principales variables </a:t>
          </a:r>
          <a:r>
            <a:rPr lang="es-AR" sz="1800" kern="1200"/>
            <a:t>implicadas en las cohortes ingresantes  a la FCE en el período 2010-2016?</a:t>
          </a:r>
          <a:endParaRPr lang="es-ES" sz="1800" b="1" kern="1200" dirty="0"/>
        </a:p>
      </dsp:txBody>
      <dsp:txXfrm>
        <a:off x="779183" y="-70677"/>
        <a:ext cx="2915987" cy="2036979"/>
      </dsp:txXfrm>
    </dsp:sp>
    <dsp:sp modelId="{8FFE0F4A-6DC9-4CAC-B937-55D7A1ACF9A9}">
      <dsp:nvSpPr>
        <dsp:cNvPr id="0" name=""/>
        <dsp:cNvSpPr/>
      </dsp:nvSpPr>
      <dsp:spPr>
        <a:xfrm>
          <a:off x="4050499" y="-70677"/>
          <a:ext cx="3980838" cy="2055952"/>
        </a:xfrm>
        <a:prstGeom prst="roundRect">
          <a:avLst>
            <a:gd name="adj" fmla="val 5000"/>
          </a:avLst>
        </a:prstGeom>
        <a:solidFill>
          <a:schemeClr val="accent3">
            <a:hueOff val="-16539272"/>
            <a:satOff val="26822"/>
            <a:lumOff val="19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/>
            <a:t>Objetivos</a:t>
          </a:r>
        </a:p>
      </dsp:txBody>
      <dsp:txXfrm rot="16200000">
        <a:off x="3605642" y="374179"/>
        <a:ext cx="1685881" cy="796167"/>
      </dsp:txXfrm>
    </dsp:sp>
    <dsp:sp modelId="{B22214BF-FA81-47A8-8489-C7FC031964BE}">
      <dsp:nvSpPr>
        <dsp:cNvPr id="0" name=""/>
        <dsp:cNvSpPr/>
      </dsp:nvSpPr>
      <dsp:spPr>
        <a:xfrm rot="5400000">
          <a:off x="3928886" y="1284261"/>
          <a:ext cx="281549" cy="57486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92EF2-FAAF-4087-AE8B-788C5247C381}">
      <dsp:nvSpPr>
        <dsp:cNvPr id="0" name=""/>
        <dsp:cNvSpPr/>
      </dsp:nvSpPr>
      <dsp:spPr>
        <a:xfrm>
          <a:off x="4835908" y="-70677"/>
          <a:ext cx="2965725" cy="2055952"/>
        </a:xfrm>
        <a:prstGeom prst="rect">
          <a:avLst/>
        </a:prstGeom>
        <a:noFill/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/>
            <a:t>- Objetivo general 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/>
            <a:t>Explicar </a:t>
          </a:r>
          <a:r>
            <a:rPr lang="es-ES" sz="1800" b="0" kern="1200" dirty="0"/>
            <a:t>el comportamiento de las principales variables implicadas en las cohortes ingresantes al FCE en el período 2010-2016.</a:t>
          </a:r>
        </a:p>
      </dsp:txBody>
      <dsp:txXfrm>
        <a:off x="4835908" y="-70677"/>
        <a:ext cx="2965725" cy="20559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11EA9-7BAD-4008-BE2F-B9144C15B4CF}">
      <dsp:nvSpPr>
        <dsp:cNvPr id="0" name=""/>
        <dsp:cNvSpPr/>
      </dsp:nvSpPr>
      <dsp:spPr>
        <a:xfrm>
          <a:off x="228034" y="0"/>
          <a:ext cx="3929136" cy="3294454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1148" rIns="53340" bIns="0" numCol="1" spcCol="1270" anchor="t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200" b="1" kern="1200" dirty="0"/>
        </a:p>
      </dsp:txBody>
      <dsp:txXfrm rot="16200000">
        <a:off x="-729777" y="957812"/>
        <a:ext cx="2701452" cy="785827"/>
      </dsp:txXfrm>
    </dsp:sp>
    <dsp:sp modelId="{80581A84-D387-453E-AADD-D8EAEF01C617}">
      <dsp:nvSpPr>
        <dsp:cNvPr id="0" name=""/>
        <dsp:cNvSpPr/>
      </dsp:nvSpPr>
      <dsp:spPr>
        <a:xfrm>
          <a:off x="971714" y="0"/>
          <a:ext cx="2927206" cy="329445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/>
            <a:t>- PREGUNTAS ESPECÍFICAS</a:t>
          </a:r>
          <a:endParaRPr lang="es-ES" sz="1400" b="1" kern="1200" dirty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¿Cuál ha sido el </a:t>
          </a:r>
          <a:r>
            <a:rPr lang="es-AR" sz="1800" b="1" kern="1200" dirty="0"/>
            <a:t>desempeño académico </a:t>
          </a:r>
          <a:r>
            <a:rPr lang="es-AR" sz="1800" kern="1200" dirty="0"/>
            <a:t>de los estudiantes ingresantes FCE de la cohorte del período 2010-2016?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¿Cuál es el </a:t>
          </a:r>
          <a:r>
            <a:rPr lang="es-AR" sz="1800" b="1" kern="1200" dirty="0"/>
            <a:t>perfil socio económico </a:t>
          </a:r>
          <a:r>
            <a:rPr lang="es-AR" sz="1800" kern="1200" dirty="0"/>
            <a:t>de los estudiantes ingresantes de la cohorte del período 2010-2016?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 </a:t>
          </a:r>
          <a:endParaRPr lang="es-ES" sz="1800" b="1" kern="1200" dirty="0"/>
        </a:p>
      </dsp:txBody>
      <dsp:txXfrm>
        <a:off x="971714" y="0"/>
        <a:ext cx="2927206" cy="3294454"/>
      </dsp:txXfrm>
    </dsp:sp>
    <dsp:sp modelId="{8FFE0F4A-6DC9-4CAC-B937-55D7A1ACF9A9}">
      <dsp:nvSpPr>
        <dsp:cNvPr id="0" name=""/>
        <dsp:cNvSpPr/>
      </dsp:nvSpPr>
      <dsp:spPr>
        <a:xfrm>
          <a:off x="3973578" y="0"/>
          <a:ext cx="4205731" cy="3294454"/>
        </a:xfrm>
        <a:prstGeom prst="roundRect">
          <a:avLst>
            <a:gd name="adj" fmla="val 5000"/>
          </a:avLst>
        </a:prstGeom>
        <a:solidFill>
          <a:schemeClr val="accent5">
            <a:hueOff val="10738916"/>
            <a:satOff val="-1444"/>
            <a:lumOff val="143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/>
            <a:t>Objetivos Específicos</a:t>
          </a:r>
        </a:p>
      </dsp:txBody>
      <dsp:txXfrm rot="16200000">
        <a:off x="3043425" y="930153"/>
        <a:ext cx="2701452" cy="841146"/>
      </dsp:txXfrm>
    </dsp:sp>
    <dsp:sp modelId="{B22214BF-FA81-47A8-8489-C7FC031964BE}">
      <dsp:nvSpPr>
        <dsp:cNvPr id="0" name=""/>
        <dsp:cNvSpPr/>
      </dsp:nvSpPr>
      <dsp:spPr>
        <a:xfrm rot="5400000">
          <a:off x="3825307" y="2572354"/>
          <a:ext cx="484018" cy="50216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92EF2-FAAF-4087-AE8B-788C5247C381}">
      <dsp:nvSpPr>
        <dsp:cNvPr id="0" name=""/>
        <dsp:cNvSpPr/>
      </dsp:nvSpPr>
      <dsp:spPr>
        <a:xfrm>
          <a:off x="4752524" y="0"/>
          <a:ext cx="3133269" cy="329445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AR" sz="1800" kern="1200" dirty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kern="1200" dirty="0"/>
            <a:t>Evaluar</a:t>
          </a:r>
          <a:r>
            <a:rPr lang="es-AR" sz="1800" b="0" kern="1200" dirty="0"/>
            <a:t> el desempeño académico de los estudiantes ingresantes de la cohorte en el período 2010-2016.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kern="1200" dirty="0"/>
            <a:t>Describir</a:t>
          </a:r>
          <a:r>
            <a:rPr lang="es-AR" sz="1800" kern="1200" dirty="0"/>
            <a:t> el perfil socioecoómico  de los estudiantes ingresantes la FCE de la cohorte 2010-2016.</a:t>
          </a:r>
          <a:endParaRPr lang="es-ES" sz="1800" b="1" kern="1200" dirty="0"/>
        </a:p>
      </dsp:txBody>
      <dsp:txXfrm>
        <a:off x="4752524" y="0"/>
        <a:ext cx="3133269" cy="32944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11EA9-7BAD-4008-BE2F-B9144C15B4CF}">
      <dsp:nvSpPr>
        <dsp:cNvPr id="0" name=""/>
        <dsp:cNvSpPr/>
      </dsp:nvSpPr>
      <dsp:spPr>
        <a:xfrm>
          <a:off x="2328" y="-74223"/>
          <a:ext cx="3986414" cy="2139192"/>
        </a:xfrm>
        <a:prstGeom prst="roundRect">
          <a:avLst>
            <a:gd name="adj" fmla="val 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1" kern="1200" dirty="0"/>
        </a:p>
      </dsp:txBody>
      <dsp:txXfrm rot="16200000">
        <a:off x="-476099" y="404203"/>
        <a:ext cx="1754137" cy="797282"/>
      </dsp:txXfrm>
    </dsp:sp>
    <dsp:sp modelId="{80581A84-D387-453E-AADD-D8EAEF01C617}">
      <dsp:nvSpPr>
        <dsp:cNvPr id="0" name=""/>
        <dsp:cNvSpPr/>
      </dsp:nvSpPr>
      <dsp:spPr>
        <a:xfrm>
          <a:off x="793583" y="-74223"/>
          <a:ext cx="2969878" cy="21391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/>
            <a:t>- Pregunta problema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¿</a:t>
          </a:r>
          <a:r>
            <a:rPr lang="es-AR" sz="1600" kern="1200" dirty="0"/>
            <a:t>cómo </a:t>
          </a:r>
          <a:r>
            <a:rPr lang="es-AR" sz="1600" b="1" kern="1200" dirty="0"/>
            <a:t>significan los participantes </a:t>
          </a:r>
          <a:r>
            <a:rPr lang="es-AR" sz="1600" kern="1200" dirty="0"/>
            <a:t>de  las organizaciones de ESS a </a:t>
          </a:r>
          <a:r>
            <a:rPr lang="es-AR" sz="1600" b="0" i="0" u="none" strike="noStrike" kern="1200" baseline="0" dirty="0">
              <a:solidFill>
                <a:schemeClr val="lt1"/>
              </a:solidFill>
              <a:latin typeface="+mn-lt"/>
              <a:ea typeface="+mn-ea"/>
              <a:cs typeface="+mn-cs"/>
            </a:rPr>
            <a:t>a las orientaciones del </a:t>
          </a:r>
          <a:r>
            <a:rPr lang="es-AR" sz="1600" kern="1200" dirty="0"/>
            <a:t>desarrollo económico de la ciudad de Neuquen  en período 2010-2015? </a:t>
          </a:r>
          <a:endParaRPr lang="es-ES" sz="1600" b="1" kern="1200" dirty="0"/>
        </a:p>
      </dsp:txBody>
      <dsp:txXfrm>
        <a:off x="793583" y="-74223"/>
        <a:ext cx="2969878" cy="2139192"/>
      </dsp:txXfrm>
    </dsp:sp>
    <dsp:sp modelId="{8FFE0F4A-6DC9-4CAC-B937-55D7A1ACF9A9}">
      <dsp:nvSpPr>
        <dsp:cNvPr id="0" name=""/>
        <dsp:cNvSpPr/>
      </dsp:nvSpPr>
      <dsp:spPr>
        <a:xfrm>
          <a:off x="4125357" y="-74223"/>
          <a:ext cx="4054409" cy="2159117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/>
            <a:t>Objetivos</a:t>
          </a:r>
        </a:p>
      </dsp:txBody>
      <dsp:txXfrm rot="16200000">
        <a:off x="3645559" y="405573"/>
        <a:ext cx="1770476" cy="810881"/>
      </dsp:txXfrm>
    </dsp:sp>
    <dsp:sp modelId="{B22214BF-FA81-47A8-8489-C7FC031964BE}">
      <dsp:nvSpPr>
        <dsp:cNvPr id="0" name=""/>
        <dsp:cNvSpPr/>
      </dsp:nvSpPr>
      <dsp:spPr>
        <a:xfrm rot="5400000">
          <a:off x="3997152" y="1356444"/>
          <a:ext cx="295442" cy="58549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92EF2-FAAF-4087-AE8B-788C5247C381}">
      <dsp:nvSpPr>
        <dsp:cNvPr id="0" name=""/>
        <dsp:cNvSpPr/>
      </dsp:nvSpPr>
      <dsp:spPr>
        <a:xfrm>
          <a:off x="4925281" y="-74223"/>
          <a:ext cx="3020535" cy="215911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/>
            <a:t>- Objetivo general </a:t>
          </a:r>
          <a:endParaRPr lang="es-ES" sz="1800" b="1" kern="1200" dirty="0">
            <a:solidFill>
              <a:schemeClr val="bg1"/>
            </a:solidFill>
          </a:endParaRPr>
        </a:p>
        <a:p>
          <a:pPr lvl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600" b="1" kern="1200" dirty="0">
              <a:solidFill>
                <a:schemeClr val="bg1"/>
              </a:solidFill>
            </a:rPr>
            <a:t>Explorar</a:t>
          </a:r>
          <a:r>
            <a:rPr lang="es-AR" sz="1600" kern="1200" dirty="0">
              <a:solidFill>
                <a:schemeClr val="bg1"/>
              </a:solidFill>
            </a:rPr>
            <a:t> los significados y sentidos asignados por los  participantes de  las organizaciones de ESS a su contribución a </a:t>
          </a:r>
          <a:r>
            <a:rPr lang="es-AR" sz="1600" b="0" i="0" u="none" strike="noStrike" kern="1200" baseline="0" dirty="0">
              <a:solidFill>
                <a:schemeClr val="bg1"/>
              </a:solidFill>
              <a:latin typeface="+mn-lt"/>
              <a:ea typeface="+mn-ea"/>
              <a:cs typeface="+mn-cs"/>
            </a:rPr>
            <a:t>las orientaciones del  </a:t>
          </a:r>
          <a:r>
            <a:rPr lang="es-AR" sz="1600" kern="1200" dirty="0">
              <a:solidFill>
                <a:schemeClr val="bg1"/>
              </a:solidFill>
            </a:rPr>
            <a:t> desarrollo económico de la ciudad de Neuquén en el período 2010-2014. </a:t>
          </a:r>
          <a:endParaRPr lang="es-ES" sz="1600" b="1" kern="1200" dirty="0">
            <a:solidFill>
              <a:schemeClr val="bg1"/>
            </a:solidFill>
          </a:endParaRPr>
        </a:p>
      </dsp:txBody>
      <dsp:txXfrm>
        <a:off x="4925281" y="-74223"/>
        <a:ext cx="3020535" cy="21591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11EA9-7BAD-4008-BE2F-B9144C15B4CF}">
      <dsp:nvSpPr>
        <dsp:cNvPr id="0" name=""/>
        <dsp:cNvSpPr/>
      </dsp:nvSpPr>
      <dsp:spPr>
        <a:xfrm>
          <a:off x="228034" y="0"/>
          <a:ext cx="3929136" cy="3294454"/>
        </a:xfrm>
        <a:prstGeom prst="roundRect">
          <a:avLst>
            <a:gd name="adj" fmla="val 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1148" rIns="53340" bIns="0" numCol="1" spcCol="1270" anchor="t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200" b="1" kern="1200" dirty="0"/>
        </a:p>
      </dsp:txBody>
      <dsp:txXfrm rot="16200000">
        <a:off x="-729777" y="957812"/>
        <a:ext cx="2701452" cy="785827"/>
      </dsp:txXfrm>
    </dsp:sp>
    <dsp:sp modelId="{80581A84-D387-453E-AADD-D8EAEF01C617}">
      <dsp:nvSpPr>
        <dsp:cNvPr id="0" name=""/>
        <dsp:cNvSpPr/>
      </dsp:nvSpPr>
      <dsp:spPr>
        <a:xfrm>
          <a:off x="971714" y="0"/>
          <a:ext cx="2927206" cy="329445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 dirty="0"/>
            <a:t>- PREGUNTAS ESPECÍFICAS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¿cómo </a:t>
          </a:r>
          <a:r>
            <a:rPr lang="es-AR" sz="1800" b="1" kern="1200" dirty="0"/>
            <a:t>perciben los participantes </a:t>
          </a:r>
          <a:r>
            <a:rPr lang="es-AR" sz="1800" kern="1200" dirty="0"/>
            <a:t>las formas de trabajo cooperativo en las organizaciones de ESS?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¿En qué consisten estrategias de vinculación entre organizaciones EES y organismos de desarrollo provincial que </a:t>
          </a:r>
          <a:r>
            <a:rPr lang="es-AR" sz="1800" b="1" kern="1200" dirty="0"/>
            <a:t>valoran más los participantes</a:t>
          </a:r>
          <a:r>
            <a:rPr lang="es-AR" sz="1800" kern="1200" dirty="0"/>
            <a:t>?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kern="1200" dirty="0"/>
            <a:t> </a:t>
          </a:r>
          <a:endParaRPr lang="es-ES" sz="1800" b="1" kern="1200" dirty="0"/>
        </a:p>
      </dsp:txBody>
      <dsp:txXfrm>
        <a:off x="971714" y="0"/>
        <a:ext cx="2927206" cy="3294454"/>
      </dsp:txXfrm>
    </dsp:sp>
    <dsp:sp modelId="{8FFE0F4A-6DC9-4CAC-B937-55D7A1ACF9A9}">
      <dsp:nvSpPr>
        <dsp:cNvPr id="0" name=""/>
        <dsp:cNvSpPr/>
      </dsp:nvSpPr>
      <dsp:spPr>
        <a:xfrm>
          <a:off x="4050811" y="0"/>
          <a:ext cx="4205731" cy="3294454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/>
            <a:t>Objetivos Específicos</a:t>
          </a:r>
        </a:p>
      </dsp:txBody>
      <dsp:txXfrm rot="16200000">
        <a:off x="3120658" y="930153"/>
        <a:ext cx="2701452" cy="841146"/>
      </dsp:txXfrm>
    </dsp:sp>
    <dsp:sp modelId="{B22214BF-FA81-47A8-8489-C7FC031964BE}">
      <dsp:nvSpPr>
        <dsp:cNvPr id="0" name=""/>
        <dsp:cNvSpPr/>
      </dsp:nvSpPr>
      <dsp:spPr>
        <a:xfrm rot="5400000">
          <a:off x="3825307" y="2572354"/>
          <a:ext cx="484018" cy="50216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92EF2-FAAF-4087-AE8B-788C5247C381}">
      <dsp:nvSpPr>
        <dsp:cNvPr id="0" name=""/>
        <dsp:cNvSpPr/>
      </dsp:nvSpPr>
      <dsp:spPr>
        <a:xfrm>
          <a:off x="4829757" y="0"/>
          <a:ext cx="3133269" cy="329445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kern="1200" dirty="0">
              <a:solidFill>
                <a:schemeClr val="bg1"/>
              </a:solidFill>
            </a:rPr>
            <a:t>Conocer las percepciones </a:t>
          </a:r>
          <a:r>
            <a:rPr lang="es-AR" sz="1800" kern="1200" dirty="0">
              <a:solidFill>
                <a:schemeClr val="bg1"/>
              </a:solidFill>
            </a:rPr>
            <a:t>de los participantes sobre las formas de trabajo cooperativo en las organizacones de la </a:t>
          </a:r>
          <a:r>
            <a:rPr lang="es-AR" sz="1800" kern="1200" dirty="0" err="1">
              <a:solidFill>
                <a:schemeClr val="bg1"/>
              </a:solidFill>
            </a:rPr>
            <a:t>EES</a:t>
          </a:r>
          <a:r>
            <a:rPr lang="es-AR" sz="1800" kern="1200" dirty="0">
              <a:solidFill>
                <a:schemeClr val="bg1"/>
              </a:solidFill>
            </a:rPr>
            <a:t>.</a:t>
          </a:r>
          <a:endParaRPr lang="es-AR" sz="1800" b="1" kern="1200" dirty="0">
            <a:solidFill>
              <a:schemeClr val="bg1"/>
            </a:solidFill>
          </a:endParaRPr>
        </a:p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AR" sz="1800" kern="1200" dirty="0">
            <a:solidFill>
              <a:schemeClr val="bg1"/>
            </a:solidFill>
          </a:endParaRPr>
        </a:p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kern="1200" dirty="0">
              <a:solidFill>
                <a:schemeClr val="bg1"/>
              </a:solidFill>
            </a:rPr>
            <a:t>Comprender</a:t>
          </a:r>
          <a:r>
            <a:rPr lang="es-AR" sz="1800" kern="1200" dirty="0">
              <a:solidFill>
                <a:schemeClr val="bg1"/>
              </a:solidFill>
            </a:rPr>
            <a:t> las estrategias de vinculación entre organizaciones de EES y organismos de desar</a:t>
          </a:r>
          <a:r>
            <a:rPr lang="es-ES" sz="1800" kern="1200" dirty="0">
              <a:solidFill>
                <a:schemeClr val="bg1"/>
              </a:solidFill>
            </a:rPr>
            <a:t>r</a:t>
          </a:r>
          <a:r>
            <a:rPr lang="es-AR" sz="1800" kern="1200" dirty="0">
              <a:solidFill>
                <a:schemeClr val="bg1"/>
              </a:solidFill>
            </a:rPr>
            <a:t>ollo provincial. </a:t>
          </a:r>
          <a:endParaRPr lang="es-ES" sz="1800" b="1" kern="1200" dirty="0">
            <a:solidFill>
              <a:schemeClr val="bg1"/>
            </a:solidFill>
          </a:endParaRPr>
        </a:p>
      </dsp:txBody>
      <dsp:txXfrm>
        <a:off x="4829757" y="0"/>
        <a:ext cx="3133269" cy="3294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7#2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7#2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7#2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7#2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5803F-ED43-4471-9077-F76CF159C609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318E1-5AD2-475E-A9D6-EB2284CAA8B5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Esta imagen nos permite recordar las</a:t>
            </a:r>
            <a:r>
              <a:rPr lang="es-AR" baseline="0" dirty="0"/>
              <a:t> nociones de proceso, proyecto y diseño.</a:t>
            </a:r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18E1-5AD2-475E-A9D6-EB2284CAA8B5}" type="slidenum">
              <a:rPr lang="es-AR" smtClean="0"/>
              <a:pPr/>
              <a:t>2</a:t>
            </a:fld>
            <a:endParaRPr 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7645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Aplicación de técnicas de ruptura que eviten la “voluntad </a:t>
            </a:r>
            <a:r>
              <a:rPr lang="es-ES" dirty="0" err="1"/>
              <a:t>reproductivista</a:t>
            </a:r>
            <a:r>
              <a:rPr lang="es-ES" dirty="0"/>
              <a:t>” (es decir tendencias a no cuestionar los conceptos a priori de fondo que se dan por obvio en la cotidianidad)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6660A9-5501-C445-AE71-422D5973B92A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57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1E1C83-0AD8-4362-89EA-3AEF827C9C73}" type="slidenum">
              <a:rPr lang="es-AR" smtClean="0"/>
              <a:pPr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7708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7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37C48-697B-4255-91B5-A0383144BDF0}" type="datetimeFigureOut">
              <a:rPr lang="es-AR" smtClean="0"/>
              <a:pPr/>
              <a:t>30/3/2025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08256-254B-4E71-9E6C-3F60557FFA18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2304256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AR" dirty="0"/>
              <a:t>Planteo del problema: preguntas y objetivos de investigación. 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573016"/>
            <a:ext cx="6800800" cy="216024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s-AR" dirty="0">
              <a:solidFill>
                <a:schemeClr val="tx1"/>
              </a:solidFill>
            </a:endParaRPr>
          </a:p>
          <a:p>
            <a:pPr algn="r"/>
            <a:r>
              <a:rPr lang="es-AR" dirty="0" smtClean="0">
                <a:solidFill>
                  <a:schemeClr val="tx1"/>
                </a:solidFill>
              </a:rPr>
              <a:t>Metodología </a:t>
            </a:r>
            <a:r>
              <a:rPr lang="es-AR" dirty="0">
                <a:solidFill>
                  <a:schemeClr val="tx1"/>
                </a:solidFill>
              </a:rPr>
              <a:t>de </a:t>
            </a:r>
            <a:r>
              <a:rPr lang="es-AR" dirty="0" smtClean="0">
                <a:solidFill>
                  <a:schemeClr val="tx1"/>
                </a:solidFill>
              </a:rPr>
              <a:t>la Investigación</a:t>
            </a:r>
            <a:r>
              <a:rPr lang="es-AR" dirty="0">
                <a:solidFill>
                  <a:schemeClr val="tx1"/>
                </a:solidFill>
              </a:rPr>
              <a:t>.</a:t>
            </a:r>
          </a:p>
          <a:p>
            <a:pPr algn="r"/>
            <a:r>
              <a:rPr lang="es-AR" dirty="0">
                <a:solidFill>
                  <a:schemeClr val="tx1"/>
                </a:solidFill>
              </a:rPr>
              <a:t> Prof. Dra. Alejandra Gabriele</a:t>
            </a:r>
          </a:p>
        </p:txBody>
      </p:sp>
      <p:pic>
        <p:nvPicPr>
          <p:cNvPr id="4" name="image0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5733256"/>
            <a:ext cx="2505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4072305" y="4572000"/>
            <a:ext cx="1642696" cy="1200150"/>
          </a:xfrm>
          <a:prstGeom prst="rect">
            <a:avLst/>
          </a:prstGeom>
          <a:solidFill>
            <a:schemeClr val="accent5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s-MX" sz="2400" dirty="0">
                <a:solidFill>
                  <a:schemeClr val="bg1"/>
                </a:solidFill>
              </a:rPr>
              <a:t>Trabajo de campo y análisis</a:t>
            </a:r>
            <a:endParaRPr lang="es-ES" sz="2400" dirty="0">
              <a:solidFill>
                <a:schemeClr val="bg1"/>
              </a:solidFill>
            </a:endParaRPr>
          </a:p>
        </p:txBody>
      </p:sp>
      <p:sp>
        <p:nvSpPr>
          <p:cNvPr id="19459" name="13 CuadroTexto"/>
          <p:cNvSpPr txBox="1">
            <a:spLocks noChangeArrowheads="1"/>
          </p:cNvSpPr>
          <p:nvPr/>
        </p:nvSpPr>
        <p:spPr bwMode="auto">
          <a:xfrm>
            <a:off x="2428143" y="1"/>
            <a:ext cx="2215662" cy="8302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2400">
                <a:solidFill>
                  <a:schemeClr val="bg1"/>
                </a:solidFill>
              </a:rPr>
              <a:t>Planteamiento del problema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85751" y="428626"/>
            <a:ext cx="1356946" cy="830263"/>
          </a:xfrm>
          <a:prstGeom prst="rect">
            <a:avLst/>
          </a:prstGeom>
          <a:solidFill>
            <a:schemeClr val="accent4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s-MX" sz="2400" dirty="0">
                <a:solidFill>
                  <a:schemeClr val="bg1"/>
                </a:solidFill>
              </a:rPr>
              <a:t>Idea</a:t>
            </a:r>
          </a:p>
          <a:p>
            <a:pPr algn="ctr">
              <a:defRPr/>
            </a:pPr>
            <a:r>
              <a:rPr lang="es-MX" sz="2400" dirty="0">
                <a:solidFill>
                  <a:schemeClr val="bg1"/>
                </a:solidFill>
              </a:rPr>
              <a:t>Tema</a:t>
            </a:r>
            <a:endParaRPr lang="es-ES" sz="2400" dirty="0">
              <a:solidFill>
                <a:schemeClr val="bg1"/>
              </a:solidFill>
            </a:endParaRPr>
          </a:p>
        </p:txBody>
      </p:sp>
      <p:pic>
        <p:nvPicPr>
          <p:cNvPr id="19463" name="Picture 2" descr="Resultado de imagen para proces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214313"/>
            <a:ext cx="337200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2" descr="Resultado de imagen para proceso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6893" y="1285875"/>
            <a:ext cx="3344008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5" name="Picture 2" descr="Resultado de imagen para proces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7446" y="3357563"/>
            <a:ext cx="3344008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7" name="15 CuadroTexto"/>
          <p:cNvSpPr txBox="1">
            <a:spLocks noChangeArrowheads="1"/>
          </p:cNvSpPr>
          <p:nvPr/>
        </p:nvSpPr>
        <p:spPr bwMode="auto">
          <a:xfrm>
            <a:off x="2713893" y="2786063"/>
            <a:ext cx="1714500" cy="830262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2400">
                <a:solidFill>
                  <a:schemeClr val="bg1"/>
                </a:solidFill>
              </a:rPr>
              <a:t>Marco </a:t>
            </a:r>
          </a:p>
          <a:p>
            <a:pPr algn="ctr"/>
            <a:r>
              <a:rPr lang="es-MX" sz="2400">
                <a:solidFill>
                  <a:schemeClr val="bg1"/>
                </a:solidFill>
              </a:rPr>
              <a:t>teórico</a:t>
            </a:r>
            <a:endParaRPr lang="es-ES" sz="2400">
              <a:solidFill>
                <a:schemeClr val="bg1"/>
              </a:solidFill>
            </a:endParaRPr>
          </a:p>
        </p:txBody>
      </p:sp>
      <p:sp>
        <p:nvSpPr>
          <p:cNvPr id="19468" name="16 CuadroTexto"/>
          <p:cNvSpPr txBox="1">
            <a:spLocks noChangeArrowheads="1"/>
          </p:cNvSpPr>
          <p:nvPr/>
        </p:nvSpPr>
        <p:spPr bwMode="auto">
          <a:xfrm>
            <a:off x="5215305" y="857251"/>
            <a:ext cx="2148254" cy="83026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2400">
                <a:solidFill>
                  <a:schemeClr val="bg1"/>
                </a:solidFill>
              </a:rPr>
              <a:t>Diseño metodológico</a:t>
            </a:r>
            <a:endParaRPr lang="es-ES" sz="2400">
              <a:solidFill>
                <a:schemeClr val="bg1"/>
              </a:solidFill>
            </a:endParaRPr>
          </a:p>
        </p:txBody>
      </p:sp>
      <p:sp>
        <p:nvSpPr>
          <p:cNvPr id="19469" name="18 CuadroTexto"/>
          <p:cNvSpPr txBox="1">
            <a:spLocks noChangeArrowheads="1"/>
          </p:cNvSpPr>
          <p:nvPr/>
        </p:nvSpPr>
        <p:spPr bwMode="auto">
          <a:xfrm>
            <a:off x="317989" y="5287964"/>
            <a:ext cx="3788019" cy="107721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METODOLOGÍA DE LA INVESTIGACIÓN</a:t>
            </a:r>
          </a:p>
        </p:txBody>
      </p:sp>
      <p:sp>
        <p:nvSpPr>
          <p:cNvPr id="19" name="Rectángulo redondeado 3"/>
          <p:cNvSpPr/>
          <p:nvPr/>
        </p:nvSpPr>
        <p:spPr>
          <a:xfrm>
            <a:off x="251520" y="0"/>
            <a:ext cx="4429523" cy="2687637"/>
          </a:xfrm>
          <a:prstGeom prst="roundRect">
            <a:avLst/>
          </a:prstGeom>
          <a:noFill/>
          <a:ln w="571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1485900" y="404664"/>
            <a:ext cx="6172200" cy="9577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s-AR" dirty="0"/>
              <a:t>El proceso de investigación</a:t>
            </a:r>
            <a:endParaRPr dirty="0"/>
          </a:p>
        </p:txBody>
      </p:sp>
      <p:grpSp>
        <p:nvGrpSpPr>
          <p:cNvPr id="117" name="Google Shape;117;p4"/>
          <p:cNvGrpSpPr/>
          <p:nvPr/>
        </p:nvGrpSpPr>
        <p:grpSpPr>
          <a:xfrm>
            <a:off x="1439652" y="1704628"/>
            <a:ext cx="6172200" cy="4074963"/>
            <a:chOff x="0" y="5093"/>
            <a:chExt cx="8229600" cy="5433284"/>
          </a:xfrm>
        </p:grpSpPr>
        <p:sp>
          <p:nvSpPr>
            <p:cNvPr id="118" name="Google Shape;118;p4"/>
            <p:cNvSpPr/>
            <p:nvPr/>
          </p:nvSpPr>
          <p:spPr>
            <a:xfrm>
              <a:off x="0" y="5093"/>
              <a:ext cx="8229600" cy="514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quadBezTo>
                    <a:pt x="20000" y="40000"/>
                    <a:pt x="101250" y="15000"/>
                  </a:quadBezTo>
                  <a:lnTo>
                    <a:pt x="100194" y="0"/>
                  </a:lnTo>
                  <a:lnTo>
                    <a:pt x="120000" y="24000"/>
                  </a:lnTo>
                  <a:lnTo>
                    <a:pt x="104419" y="60000"/>
                  </a:lnTo>
                  <a:lnTo>
                    <a:pt x="103363" y="45000"/>
                  </a:lnTo>
                  <a:quadBezTo>
                    <a:pt x="30000" y="55000"/>
                    <a:pt x="0" y="120000"/>
                  </a:quadBezTo>
                  <a:close/>
                </a:path>
              </a:pathLst>
            </a:custGeom>
            <a:gradFill>
              <a:gsLst>
                <a:gs pos="0">
                  <a:srgbClr val="A69194"/>
                </a:gs>
                <a:gs pos="80000">
                  <a:srgbClr val="DAC0C2"/>
                </a:gs>
                <a:gs pos="100000">
                  <a:srgbClr val="DBC0C3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045159" y="3844921"/>
              <a:ext cx="213969" cy="213969"/>
            </a:xfrm>
            <a:prstGeom prst="ellipse">
              <a:avLst/>
            </a:prstGeom>
            <a:gradFill>
              <a:gsLst>
                <a:gs pos="0">
                  <a:srgbClr val="820D1D"/>
                </a:gs>
                <a:gs pos="80000">
                  <a:srgbClr val="AA1225"/>
                </a:gs>
                <a:gs pos="100000">
                  <a:srgbClr val="AE0F23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1152144" y="3951906"/>
              <a:ext cx="1917496" cy="1486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1152144" y="3951906"/>
              <a:ext cx="1917496" cy="1486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031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IDEA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Primeras nociones /vagas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35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2933852" y="2446918"/>
              <a:ext cx="386791" cy="386791"/>
            </a:xfrm>
            <a:prstGeom prst="ellipse">
              <a:avLst/>
            </a:prstGeom>
            <a:gradFill>
              <a:gsLst>
                <a:gs pos="0">
                  <a:srgbClr val="084265"/>
                </a:gs>
                <a:gs pos="80000">
                  <a:srgbClr val="0C5884"/>
                </a:gs>
                <a:gs pos="100000">
                  <a:srgbClr val="095988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3127248" y="2640313"/>
              <a:ext cx="1975104" cy="2798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3127248" y="2640313"/>
              <a:ext cx="1975104" cy="2798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713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TEMA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Asunto general delimitado espacio-temporalmente.</a:t>
              </a:r>
              <a:endParaRPr sz="135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5205222" y="1596183"/>
              <a:ext cx="534924" cy="534924"/>
            </a:xfrm>
            <a:prstGeom prst="ellipse">
              <a:avLst/>
            </a:prstGeom>
            <a:gradFill>
              <a:gsLst>
                <a:gs pos="0">
                  <a:srgbClr val="346827"/>
                </a:gs>
                <a:gs pos="80000">
                  <a:srgbClr val="448934"/>
                </a:gs>
                <a:gs pos="100000">
                  <a:srgbClr val="438C33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472684" y="1863645"/>
              <a:ext cx="1975104" cy="357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5472684" y="1863645"/>
              <a:ext cx="1975104" cy="357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2569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PROBLEMA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Preguntas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Objetivos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Justificación</a:t>
              </a:r>
              <a:endParaRPr sz="1350"/>
            </a:p>
            <a:p>
              <a:pPr>
                <a:lnSpc>
                  <a:spcPct val="90000"/>
                </a:lnSpc>
                <a:spcBef>
                  <a:spcPts val="551"/>
                </a:spcBef>
              </a:pPr>
              <a:r>
                <a:rPr lang="es-AR" sz="157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Viabilidad </a:t>
              </a:r>
              <a:endParaRPr sz="1350"/>
            </a:p>
          </p:txBody>
        </p:sp>
      </p:grpSp>
      <p:sp>
        <p:nvSpPr>
          <p:cNvPr id="128" name="Google Shape;128;p4"/>
          <p:cNvSpPr/>
          <p:nvPr/>
        </p:nvSpPr>
        <p:spPr>
          <a:xfrm>
            <a:off x="1277634" y="4023066"/>
            <a:ext cx="685800" cy="685800"/>
          </a:xfrm>
          <a:prstGeom prst="mathMinus">
            <a:avLst>
              <a:gd name="adj1" fmla="val 23520"/>
            </a:avLst>
          </a:prstGeom>
          <a:gradFill>
            <a:gsLst>
              <a:gs pos="0">
                <a:srgbClr val="82101C"/>
              </a:gs>
              <a:gs pos="80000">
                <a:srgbClr val="AA1526"/>
              </a:gs>
              <a:gs pos="100000">
                <a:srgbClr val="AE1224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315200" y="1484784"/>
            <a:ext cx="685800" cy="685800"/>
          </a:xfrm>
          <a:prstGeom prst="mathPlus">
            <a:avLst>
              <a:gd name="adj1" fmla="val 23520"/>
            </a:avLst>
          </a:prstGeom>
          <a:gradFill>
            <a:gsLst>
              <a:gs pos="0">
                <a:srgbClr val="346828"/>
              </a:gs>
              <a:gs pos="80000">
                <a:srgbClr val="448935"/>
              </a:gs>
              <a:gs pos="100000">
                <a:srgbClr val="438C34"/>
              </a:gs>
            </a:gsLst>
            <a:lin ang="16200000" scaled="0"/>
          </a:gradFill>
          <a:ln w="9525" cap="flat" cmpd="sng">
            <a:solidFill>
              <a:srgbClr val="4A823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655676" y="1754814"/>
            <a:ext cx="2970330" cy="918102"/>
          </a:xfrm>
          <a:prstGeom prst="wedgeRoundRectCallout">
            <a:avLst>
              <a:gd name="adj1" fmla="val 60392"/>
              <a:gd name="adj2" fmla="val 106074"/>
              <a:gd name="adj3" fmla="val 16667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s-AR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ENFOQUES DE INVESTIGACIÓN PERMEAN AL TEMA Y PROBLEMA</a:t>
            </a:r>
            <a:endParaRPr sz="1350"/>
          </a:p>
        </p:txBody>
      </p:sp>
      <p:sp>
        <p:nvSpPr>
          <p:cNvPr id="131" name="Google Shape;131;p4"/>
          <p:cNvSpPr/>
          <p:nvPr/>
        </p:nvSpPr>
        <p:spPr>
          <a:xfrm>
            <a:off x="3923928" y="4941168"/>
            <a:ext cx="2592288" cy="918102"/>
          </a:xfrm>
          <a:prstGeom prst="wedgeRoundRectCallout">
            <a:avLst>
              <a:gd name="adj1" fmla="val 11795"/>
              <a:gd name="adj2" fmla="val -140250"/>
              <a:gd name="adj3" fmla="val 16667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s-AR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Tanto el TEMA como el PROBLEMA son los tópicos centrales en la planificación de una investigación.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08443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716555"/>
              </p:ext>
            </p:extLst>
          </p:nvPr>
        </p:nvGraphicFramePr>
        <p:xfrm>
          <a:off x="457200" y="1600200"/>
          <a:ext cx="8229600" cy="499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 lo abstracto a lo concreto</a:t>
            </a:r>
            <a:br>
              <a:rPr lang="es-AR" dirty="0"/>
            </a:br>
            <a:r>
              <a:rPr lang="es-AR" dirty="0"/>
              <a:t>de lo general a lo específico</a:t>
            </a:r>
          </a:p>
        </p:txBody>
      </p:sp>
    </p:spTree>
    <p:extLst>
      <p:ext uri="{BB962C8B-B14F-4D97-AF65-F5344CB8AC3E}">
        <p14:creationId xmlns:p14="http://schemas.microsoft.com/office/powerpoint/2010/main" val="227962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180291"/>
              </p:ext>
            </p:extLst>
          </p:nvPr>
        </p:nvGraphicFramePr>
        <p:xfrm>
          <a:off x="457200" y="692696"/>
          <a:ext cx="8229600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956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5799"/>
            <a:ext cx="8321004" cy="2077057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El PROBLEMA como RUPTURA</a:t>
            </a:r>
            <a:br>
              <a:rPr lang="es-ES" sz="4000" dirty="0"/>
            </a:br>
            <a:r>
              <a:rPr lang="es-ES" sz="2400" dirty="0"/>
              <a:t/>
            </a:r>
            <a:br>
              <a:rPr lang="es-ES" sz="2400" dirty="0"/>
            </a:br>
            <a:r>
              <a:rPr lang="es-ES" sz="2400" dirty="0"/>
              <a:t> </a:t>
            </a:r>
            <a:r>
              <a:rPr lang="es-ES_tradnl" sz="2400" dirty="0"/>
              <a:t>Pasar del </a:t>
            </a:r>
            <a:r>
              <a:rPr lang="es-ES_tradnl" sz="2400" i="1" dirty="0"/>
              <a:t>problema social </a:t>
            </a:r>
            <a:r>
              <a:rPr lang="es-ES_tradnl" sz="2400" dirty="0"/>
              <a:t>al </a:t>
            </a:r>
            <a:r>
              <a:rPr lang="es-ES_tradnl" sz="2400" i="1" dirty="0"/>
              <a:t>problema propio de la disciplina. </a:t>
            </a:r>
            <a:endParaRPr lang="es-ES_tradnl" sz="2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2825" y="2132856"/>
            <a:ext cx="8229600" cy="4032448"/>
          </a:xfrm>
        </p:spPr>
        <p:txBody>
          <a:bodyPr>
            <a:normAutofit/>
          </a:bodyPr>
          <a:lstStyle/>
          <a:p>
            <a:pPr lvl="0" algn="just"/>
            <a:endParaRPr lang="es-ES" dirty="0"/>
          </a:p>
          <a:p>
            <a:pPr lvl="0" algn="just">
              <a:buNone/>
            </a:pPr>
            <a:r>
              <a:rPr lang="es-ES" sz="3000" dirty="0"/>
              <a:t>conocimiento </a:t>
            </a:r>
            <a:r>
              <a:rPr lang="es-ES" sz="3000" i="1" dirty="0"/>
              <a:t>científico     </a:t>
            </a:r>
            <a:r>
              <a:rPr lang="es-ES_tradnl" sz="3000" dirty="0"/>
              <a:t>          </a:t>
            </a:r>
            <a:r>
              <a:rPr lang="es-ES" sz="3000" dirty="0"/>
              <a:t>      sentido común</a:t>
            </a:r>
          </a:p>
          <a:p>
            <a:pPr lvl="0" algn="just">
              <a:buNone/>
            </a:pPr>
            <a:endParaRPr lang="es-ES" sz="3000" dirty="0"/>
          </a:p>
          <a:p>
            <a:pPr lvl="0" algn="just">
              <a:buNone/>
            </a:pPr>
            <a:endParaRPr lang="es-ES" sz="3000" dirty="0"/>
          </a:p>
          <a:p>
            <a:pPr lvl="0" algn="ctr">
              <a:buNone/>
            </a:pPr>
            <a:r>
              <a:rPr lang="es-ES" sz="3000" b="1" dirty="0"/>
              <a:t>romper con prejuicios y </a:t>
            </a:r>
            <a:r>
              <a:rPr lang="es-ES" sz="3000" b="1" i="1" dirty="0"/>
              <a:t>la ilusión del saber inmediato</a:t>
            </a:r>
            <a:r>
              <a:rPr lang="es-ES" sz="3000" i="1" dirty="0"/>
              <a:t>.</a:t>
            </a:r>
          </a:p>
          <a:p>
            <a:endParaRPr lang="es-ES" dirty="0"/>
          </a:p>
        </p:txBody>
      </p:sp>
      <p:sp>
        <p:nvSpPr>
          <p:cNvPr id="4" name="3 Distinto de"/>
          <p:cNvSpPr/>
          <p:nvPr/>
        </p:nvSpPr>
        <p:spPr>
          <a:xfrm>
            <a:off x="4499992" y="2708920"/>
            <a:ext cx="914400" cy="914400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3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 redondeado"/>
          <p:cNvSpPr/>
          <p:nvPr/>
        </p:nvSpPr>
        <p:spPr>
          <a:xfrm>
            <a:off x="428596" y="285728"/>
            <a:ext cx="8215370" cy="278608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5400" b="1" dirty="0">
                <a:solidFill>
                  <a:prstClr val="white"/>
                </a:solidFill>
              </a:rPr>
              <a:t>Problema: como nudo argumental de la investigación </a:t>
            </a:r>
            <a:r>
              <a:rPr lang="es-AR" sz="1400" b="1" dirty="0">
                <a:solidFill>
                  <a:prstClr val="white"/>
                </a:solidFill>
              </a:rPr>
              <a:t>(</a:t>
            </a:r>
            <a:r>
              <a:rPr lang="es-AR" sz="1400" b="1" dirty="0" err="1">
                <a:solidFill>
                  <a:prstClr val="white"/>
                </a:solidFill>
              </a:rPr>
              <a:t>Ynoub</a:t>
            </a:r>
            <a:r>
              <a:rPr lang="es-AR" sz="1400" b="1" dirty="0">
                <a:solidFill>
                  <a:prstClr val="white"/>
                </a:solidFill>
              </a:rPr>
              <a:t>, 2015)</a:t>
            </a:r>
            <a:endParaRPr lang="es-AR" sz="5400" b="1" dirty="0">
              <a:solidFill>
                <a:prstClr val="white"/>
              </a:solidFill>
            </a:endParaRPr>
          </a:p>
        </p:txBody>
      </p:sp>
      <p:sp>
        <p:nvSpPr>
          <p:cNvPr id="9" name="8 Flecha abajo"/>
          <p:cNvSpPr/>
          <p:nvPr/>
        </p:nvSpPr>
        <p:spPr>
          <a:xfrm>
            <a:off x="4286248" y="3249902"/>
            <a:ext cx="571504" cy="11872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1 Título"/>
          <p:cNvSpPr>
            <a:spLocks noGrp="1"/>
          </p:cNvSpPr>
          <p:nvPr>
            <p:ph type="title"/>
          </p:nvPr>
        </p:nvSpPr>
        <p:spPr>
          <a:xfrm>
            <a:off x="687655" y="5228001"/>
            <a:ext cx="8229600" cy="1285876"/>
          </a:xfrm>
          <a:ln w="57150"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s-AR" sz="3200" dirty="0"/>
              <a:t>En torno al PROBLEMA se despliega la producción de nuevo conocimiento 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2296710" y="4464193"/>
            <a:ext cx="501149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i="1" dirty="0">
                <a:solidFill>
                  <a:schemeClr val="bg1"/>
                </a:solidFill>
              </a:rPr>
              <a:t>“Precisar en lo que no se sabe”</a:t>
            </a:r>
          </a:p>
        </p:txBody>
      </p:sp>
    </p:spTree>
    <p:extLst>
      <p:ext uri="{BB962C8B-B14F-4D97-AF65-F5344CB8AC3E}">
        <p14:creationId xmlns:p14="http://schemas.microsoft.com/office/powerpoint/2010/main" val="170857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rcador de conteni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481156"/>
              </p:ext>
            </p:extLst>
          </p:nvPr>
        </p:nvGraphicFramePr>
        <p:xfrm>
          <a:off x="-468560" y="908720"/>
          <a:ext cx="10081120" cy="594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7 Rectángulo redondeado"/>
          <p:cNvSpPr/>
          <p:nvPr/>
        </p:nvSpPr>
        <p:spPr>
          <a:xfrm>
            <a:off x="323528" y="0"/>
            <a:ext cx="8215370" cy="76700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prstClr val="white"/>
                </a:solidFill>
              </a:rPr>
              <a:t>ELEMENTOS  DEL PROBLEMA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325849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6 Llamada de flecha a la derecha"/>
          <p:cNvSpPr/>
          <p:nvPr/>
        </p:nvSpPr>
        <p:spPr>
          <a:xfrm>
            <a:off x="0" y="1844824"/>
            <a:ext cx="1187624" cy="4608512"/>
          </a:xfrm>
          <a:prstGeom prst="rightArrowCallou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AR" sz="2400" b="1" dirty="0">
                <a:solidFill>
                  <a:srgbClr val="8064A2">
                    <a:lumMod val="50000"/>
                  </a:srgbClr>
                </a:solidFill>
              </a:rPr>
              <a:t>TEMA</a:t>
            </a:r>
          </a:p>
          <a:p>
            <a:pPr algn="ctr"/>
            <a:r>
              <a:rPr lang="es-AR" sz="2400" b="1" dirty="0">
                <a:solidFill>
                  <a:srgbClr val="8064A2">
                    <a:lumMod val="50000"/>
                  </a:srgbClr>
                </a:solidFill>
              </a:rPr>
              <a:t>ELEGIDO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187624" y="2852936"/>
            <a:ext cx="720080" cy="32403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AR" sz="2000" b="1" dirty="0">
                <a:solidFill>
                  <a:schemeClr val="bg1"/>
                </a:solidFill>
              </a:rPr>
              <a:t>ANTECEDENTES DEL TEMA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267744" y="2492896"/>
            <a:ext cx="136815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b="1" i="1" dirty="0">
                <a:solidFill>
                  <a:prstClr val="black"/>
                </a:solidFill>
              </a:rPr>
              <a:t>PREGUNTAS</a:t>
            </a:r>
          </a:p>
        </p:txBody>
      </p:sp>
      <p:sp>
        <p:nvSpPr>
          <p:cNvPr id="11" name="10 Flecha a la derecha con muesca"/>
          <p:cNvSpPr/>
          <p:nvPr/>
        </p:nvSpPr>
        <p:spPr>
          <a:xfrm>
            <a:off x="2123728" y="3140968"/>
            <a:ext cx="2232248" cy="1008112"/>
          </a:xfrm>
          <a:prstGeom prst="notchedRightArrow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prstClr val="black"/>
                </a:solidFill>
              </a:rPr>
              <a:t>Pregunta General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2483768" y="4365104"/>
            <a:ext cx="1728192" cy="646331"/>
          </a:xfrm>
          <a:prstGeom prst="homePlate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AR" b="1" i="1" dirty="0">
                <a:solidFill>
                  <a:prstClr val="black"/>
                </a:solidFill>
              </a:rPr>
              <a:t>Pregunta Específica 1</a:t>
            </a:r>
            <a:endParaRPr lang="es-AR" b="1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4644008" y="2492896"/>
            <a:ext cx="136815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b="1" i="1" dirty="0">
                <a:solidFill>
                  <a:prstClr val="black"/>
                </a:solidFill>
              </a:rPr>
              <a:t>OBJETIVOS</a:t>
            </a:r>
          </a:p>
        </p:txBody>
      </p:sp>
      <p:sp>
        <p:nvSpPr>
          <p:cNvPr id="14" name="13 Elipse"/>
          <p:cNvSpPr/>
          <p:nvPr/>
        </p:nvSpPr>
        <p:spPr>
          <a:xfrm>
            <a:off x="4499992" y="2996952"/>
            <a:ext cx="1656184" cy="1152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/>
            </a:solidFill>
            <a:prstDash val="dash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ysClr val="windowText" lastClr="000000"/>
                </a:solidFill>
              </a:rPr>
              <a:t>Objetivo General</a:t>
            </a:r>
          </a:p>
        </p:txBody>
      </p:sp>
      <p:sp>
        <p:nvSpPr>
          <p:cNvPr id="15" name="14 Elipse"/>
          <p:cNvSpPr/>
          <p:nvPr/>
        </p:nvSpPr>
        <p:spPr>
          <a:xfrm>
            <a:off x="4572000" y="4365104"/>
            <a:ext cx="1944216" cy="792088"/>
          </a:xfrm>
          <a:prstGeom prst="homePlate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prstClr val="white"/>
                </a:solidFill>
              </a:rPr>
              <a:t>Objetivo Específico 1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6719848" y="2492896"/>
            <a:ext cx="187220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b="1" i="1" dirty="0">
                <a:solidFill>
                  <a:prstClr val="black"/>
                </a:solidFill>
              </a:rPr>
              <a:t>JUSTIFICACIÓN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7092280" y="3140968"/>
            <a:ext cx="15841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prstClr val="black"/>
                </a:solidFill>
              </a:rPr>
              <a:t>Relevancia Social</a:t>
            </a:r>
          </a:p>
          <a:p>
            <a:endParaRPr lang="es-AR" dirty="0">
              <a:solidFill>
                <a:prstClr val="black"/>
              </a:solidFill>
            </a:endParaRPr>
          </a:p>
          <a:p>
            <a:r>
              <a:rPr lang="es-AR" dirty="0">
                <a:solidFill>
                  <a:prstClr val="black"/>
                </a:solidFill>
              </a:rPr>
              <a:t>Implicancias Prácticas</a:t>
            </a:r>
          </a:p>
          <a:p>
            <a:endParaRPr lang="es-AR" dirty="0">
              <a:solidFill>
                <a:prstClr val="black"/>
              </a:solidFill>
            </a:endParaRPr>
          </a:p>
          <a:p>
            <a:r>
              <a:rPr lang="es-AR" dirty="0">
                <a:solidFill>
                  <a:prstClr val="black"/>
                </a:solidFill>
              </a:rPr>
              <a:t>Interés académico</a:t>
            </a:r>
          </a:p>
          <a:p>
            <a:endParaRPr lang="es-AR" dirty="0">
              <a:solidFill>
                <a:prstClr val="black"/>
              </a:solidFill>
            </a:endParaRPr>
          </a:p>
          <a:p>
            <a:r>
              <a:rPr lang="es-AR" dirty="0">
                <a:solidFill>
                  <a:prstClr val="black"/>
                </a:solidFill>
              </a:rPr>
              <a:t>Viabilidad</a:t>
            </a:r>
          </a:p>
        </p:txBody>
      </p:sp>
      <p:sp>
        <p:nvSpPr>
          <p:cNvPr id="18" name="11 CuadroTexto"/>
          <p:cNvSpPr txBox="1"/>
          <p:nvPr/>
        </p:nvSpPr>
        <p:spPr>
          <a:xfrm>
            <a:off x="2483768" y="5479680"/>
            <a:ext cx="1728192" cy="646331"/>
          </a:xfrm>
          <a:prstGeom prst="homePlate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AR" b="1" i="1" dirty="0">
                <a:solidFill>
                  <a:prstClr val="black"/>
                </a:solidFill>
              </a:rPr>
              <a:t>Pregunta Específica 2</a:t>
            </a:r>
            <a:endParaRPr lang="es-AR" b="1" i="1" dirty="0">
              <a:solidFill>
                <a:schemeClr val="accent1"/>
              </a:solidFill>
            </a:endParaRPr>
          </a:p>
        </p:txBody>
      </p:sp>
      <p:sp>
        <p:nvSpPr>
          <p:cNvPr id="19" name="14 Elipse"/>
          <p:cNvSpPr/>
          <p:nvPr/>
        </p:nvSpPr>
        <p:spPr>
          <a:xfrm>
            <a:off x="4499992" y="5545496"/>
            <a:ext cx="2016224" cy="827121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prstClr val="white"/>
                </a:solidFill>
              </a:rPr>
              <a:t>Objetivo Específico 2 </a:t>
            </a:r>
          </a:p>
        </p:txBody>
      </p:sp>
      <p:sp>
        <p:nvSpPr>
          <p:cNvPr id="20" name="3 Rectángulo redondeado"/>
          <p:cNvSpPr/>
          <p:nvPr/>
        </p:nvSpPr>
        <p:spPr>
          <a:xfrm>
            <a:off x="395536" y="188640"/>
            <a:ext cx="8496944" cy="10801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000" b="1" dirty="0">
                <a:solidFill>
                  <a:prstClr val="white"/>
                </a:solidFill>
              </a:rPr>
              <a:t>Coherencia lógica  entre elementos</a:t>
            </a:r>
          </a:p>
        </p:txBody>
      </p:sp>
      <p:sp>
        <p:nvSpPr>
          <p:cNvPr id="21" name="7 CuadroTexto"/>
          <p:cNvSpPr txBox="1"/>
          <p:nvPr/>
        </p:nvSpPr>
        <p:spPr>
          <a:xfrm>
            <a:off x="1691680" y="1700808"/>
            <a:ext cx="67687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>
                <a:solidFill>
                  <a:schemeClr val="bg1"/>
                </a:solidFill>
              </a:rPr>
              <a:t>Formulación del Problema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318219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5241E-6102-431A-9DAF-A71DC788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17200"/>
            <a:ext cx="8856984" cy="503488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" sz="1600" b="1" dirty="0"/>
              <a:t>LA DELIMITACIÓN DE UN PROBLEMA CONLLEVA LA FORMULACIÓN DE OBJETIVOS DE LA INVESTIGACIÓN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8972E82-63C8-4332-A26B-5EF7F93DC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718241"/>
              </p:ext>
            </p:extLst>
          </p:nvPr>
        </p:nvGraphicFramePr>
        <p:xfrm>
          <a:off x="107504" y="657060"/>
          <a:ext cx="8856985" cy="620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13514">
                  <a:extLst>
                    <a:ext uri="{9D8B030D-6E8A-4147-A177-3AD203B41FA5}">
                      <a16:colId xmlns:a16="http://schemas.microsoft.com/office/drawing/2014/main" val="899099214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1078572441"/>
                    </a:ext>
                  </a:extLst>
                </a:gridCol>
                <a:gridCol w="992218">
                  <a:extLst>
                    <a:ext uri="{9D8B030D-6E8A-4147-A177-3AD203B41FA5}">
                      <a16:colId xmlns:a16="http://schemas.microsoft.com/office/drawing/2014/main" val="1390935671"/>
                    </a:ext>
                  </a:extLst>
                </a:gridCol>
                <a:gridCol w="3586713">
                  <a:extLst>
                    <a:ext uri="{9D8B030D-6E8A-4147-A177-3AD203B41FA5}">
                      <a16:colId xmlns:a16="http://schemas.microsoft.com/office/drawing/2014/main" val="1810453485"/>
                    </a:ext>
                  </a:extLst>
                </a:gridCol>
              </a:tblGrid>
              <a:tr h="357291">
                <a:tc gridSpan="2">
                  <a:txBody>
                    <a:bodyPr/>
                    <a:lstStyle/>
                    <a:p>
                      <a:r>
                        <a:rPr lang="es-ES" sz="1600" b="1" dirty="0"/>
                        <a:t>PROBLEMA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600" dirty="0"/>
                        <a:t>                            </a:t>
                      </a:r>
                      <a:r>
                        <a:rPr lang="es-ES" sz="1600" b="1" dirty="0"/>
                        <a:t>OBJETIVOS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61662"/>
                  </a:ext>
                </a:extLst>
              </a:tr>
              <a:tr h="55796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Se plantea en forma de </a:t>
                      </a:r>
                    </a:p>
                    <a:p>
                      <a:pPr algn="ctr"/>
                      <a:r>
                        <a:rPr lang="es-ES" sz="1600" b="1" dirty="0"/>
                        <a:t>INTERROGANTE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Mutua implicación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Se plantea en forma de </a:t>
                      </a:r>
                    </a:p>
                    <a:p>
                      <a:pPr algn="ctr"/>
                      <a:r>
                        <a:rPr lang="es-ES" sz="1600" b="1" dirty="0"/>
                        <a:t>PROPOSICIONES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23510"/>
                  </a:ext>
                </a:extLst>
              </a:tr>
              <a:tr h="1262755">
                <a:tc>
                  <a:txBody>
                    <a:bodyPr/>
                    <a:lstStyle/>
                    <a:p>
                      <a:r>
                        <a:rPr lang="es-ES" sz="1600" dirty="0"/>
                        <a:t>Interrogan sobre un sector de la realidad en un espacio y tiempo determinado.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Contienen los mismos conceptos teóricos </a:t>
                      </a:r>
                    </a:p>
                    <a:p>
                      <a:pPr algn="ctr"/>
                      <a:endParaRPr lang="es-ES" sz="16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Postulan la intención de abordar un sector de la realidad en un espacio  y tiempo determinado (con verbo en infinitivo)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60805"/>
                  </a:ext>
                </a:extLst>
              </a:tr>
              <a:tr h="1497687">
                <a:tc>
                  <a:txBody>
                    <a:bodyPr/>
                    <a:lstStyle/>
                    <a:p>
                      <a:r>
                        <a:rPr lang="es-ES" sz="1600" u="none" strike="noStrike" kern="1200" baseline="0" dirty="0"/>
                        <a:t>¿Cómo impacta la normativa aduanera sancionada en 2018 en la importación y exportación de insumos para la industria olivícola en la provincia de Mendoza?</a:t>
                      </a:r>
                    </a:p>
                    <a:p>
                      <a:endParaRPr lang="es-ES" sz="1600" dirty="0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ES" sz="1600" dirty="0"/>
                        <a:t>Ejemplos: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s-ES" sz="1600" dirty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r>
                        <a:rPr lang="es-ES" sz="1600" b="1" dirty="0"/>
                        <a:t>Mutua implicación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s-ES" sz="1600" b="1" dirty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r>
                        <a:rPr lang="es-ES" sz="1600" b="1" dirty="0"/>
                        <a:t>Mismos conceptos teóricos.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s-ES" sz="1600" b="1" dirty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r>
                        <a:rPr lang="es-ES" sz="1600" b="1" dirty="0"/>
                        <a:t>Coherencia lógica.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s-ES" sz="1600" b="1" dirty="0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 Analizar el impacto de la</a:t>
                      </a:r>
                      <a:r>
                        <a:rPr lang="es-ES" sz="1600" u="none" strike="noStrike" kern="1200" baseline="0" dirty="0"/>
                        <a:t> normativa aduanera sancionada en 2018 en la importación y exportación de insumos para la industria olivícola en la provincia de Mendoza.</a:t>
                      </a:r>
                    </a:p>
                    <a:p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779990"/>
                  </a:ext>
                </a:extLst>
              </a:tr>
              <a:tr h="1262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aseline="0" dirty="0"/>
                        <a:t>¿Cómo vivencian  los egresados universitarios de la FCE- UNCUYO (del año 2008), la experiencia de  ingreso al mercado de trabajo?</a:t>
                      </a:r>
                    </a:p>
                    <a:p>
                      <a:endParaRPr lang="es-ES" sz="1600" dirty="0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S" sz="16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Comprender </a:t>
                      </a:r>
                      <a:r>
                        <a:rPr lang="es-ES_tradnl" sz="1600" baseline="0" dirty="0"/>
                        <a:t>las vivencias de  los egresados universitarios de la FCE- UNCUYO (del año 2008), la experiencia de  ingreso al mercado de trabajo.</a:t>
                      </a:r>
                    </a:p>
                    <a:p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903288"/>
                  </a:ext>
                </a:extLst>
              </a:tr>
              <a:tr h="1145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/>
                        <a:t>¿Cuál es el perfil socio económico de los estudiantes ingresantes de la cohorte del período 2010-2016?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/>
                        <a:t>Describir el perfil socio económico de los estudiantes ingresantes de la cohorte del período 2010-2016.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851407"/>
                  </a:ext>
                </a:extLst>
              </a:tr>
            </a:tbl>
          </a:graphicData>
        </a:graphic>
      </p:graphicFrame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1B20042-5D81-4D6A-839F-7A81C5A23566}"/>
              </a:ext>
            </a:extLst>
          </p:cNvPr>
          <p:cNvSpPr/>
          <p:nvPr/>
        </p:nvSpPr>
        <p:spPr>
          <a:xfrm rot="10800000">
            <a:off x="3385436" y="1099917"/>
            <a:ext cx="288032" cy="21602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537B334A-D121-4436-B15A-AFF68E922D13}"/>
              </a:ext>
            </a:extLst>
          </p:cNvPr>
          <p:cNvSpPr/>
          <p:nvPr/>
        </p:nvSpPr>
        <p:spPr>
          <a:xfrm>
            <a:off x="5326518" y="1099917"/>
            <a:ext cx="288032" cy="21602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izquierda y derecha 7">
            <a:extLst>
              <a:ext uri="{FF2B5EF4-FFF2-40B4-BE49-F238E27FC236}">
                <a16:creationId xmlns:a16="http://schemas.microsoft.com/office/drawing/2014/main" id="{606290A9-68F7-453A-AE94-1015B42ADB33}"/>
              </a:ext>
            </a:extLst>
          </p:cNvPr>
          <p:cNvSpPr/>
          <p:nvPr/>
        </p:nvSpPr>
        <p:spPr>
          <a:xfrm>
            <a:off x="3849111" y="657663"/>
            <a:ext cx="1216152" cy="288032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5BC8D1B3-CBCB-47E2-BF7A-56900E319FA2}"/>
              </a:ext>
            </a:extLst>
          </p:cNvPr>
          <p:cNvSpPr/>
          <p:nvPr/>
        </p:nvSpPr>
        <p:spPr>
          <a:xfrm>
            <a:off x="5065263" y="2920113"/>
            <a:ext cx="288032" cy="21602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EF281E23-EFFB-47A6-9F67-4E955F382350}"/>
              </a:ext>
            </a:extLst>
          </p:cNvPr>
          <p:cNvSpPr/>
          <p:nvPr/>
        </p:nvSpPr>
        <p:spPr>
          <a:xfrm rot="10800000">
            <a:off x="3673469" y="2920112"/>
            <a:ext cx="288032" cy="21602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511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3A3C1-F83D-4AB0-85F2-6A1E684D9CB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s-ES" dirty="0"/>
              <a:t>Una pregunta de investigación es pertinente si …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BF27250-0ED6-49DC-8373-165BACCEA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02870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0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781C8-C000-4807-AFFD-085593B7912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dirty="0"/>
              <a:t>Un objetivo de investigación es pertinente si …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6F7FAFA-6CC0-401C-ADBF-D4EB84EFBE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68459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181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3304622278"/>
              </p:ext>
            </p:extLst>
          </p:nvPr>
        </p:nvGraphicFramePr>
        <p:xfrm>
          <a:off x="674038" y="1373463"/>
          <a:ext cx="8033624" cy="1914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254307080"/>
              </p:ext>
            </p:extLst>
          </p:nvPr>
        </p:nvGraphicFramePr>
        <p:xfrm>
          <a:off x="467544" y="3356992"/>
          <a:ext cx="8260577" cy="3294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674038" y="24210"/>
            <a:ext cx="8290451" cy="125332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TEMA: Análisis del comportamiento de las variables implicadas en las cohortes ingresantes en la Facultad de Ciencias Económicas, período 2010-2016.</a:t>
            </a:r>
            <a:endParaRPr lang="es-ES" sz="20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474637" y="5369963"/>
            <a:ext cx="1656844" cy="2512897"/>
          </a:xfrm>
          <a:prstGeom prst="rect">
            <a:avLst/>
          </a:pr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CuadroTexto 1"/>
          <p:cNvSpPr txBox="1"/>
          <p:nvPr/>
        </p:nvSpPr>
        <p:spPr>
          <a:xfrm>
            <a:off x="4538133" y="6533607"/>
            <a:ext cx="480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Profesora Iris Calderón, Directora de Ingreso FCE</a:t>
            </a:r>
          </a:p>
        </p:txBody>
      </p:sp>
    </p:spTree>
    <p:extLst>
      <p:ext uri="{BB962C8B-B14F-4D97-AF65-F5344CB8AC3E}">
        <p14:creationId xmlns:p14="http://schemas.microsoft.com/office/powerpoint/2010/main" val="108434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497292094"/>
              </p:ext>
            </p:extLst>
          </p:nvPr>
        </p:nvGraphicFramePr>
        <p:xfrm>
          <a:off x="674037" y="1373463"/>
          <a:ext cx="8182095" cy="2010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774848312"/>
              </p:ext>
            </p:extLst>
          </p:nvPr>
        </p:nvGraphicFramePr>
        <p:xfrm>
          <a:off x="573695" y="3379830"/>
          <a:ext cx="8260577" cy="3294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674038" y="260649"/>
            <a:ext cx="8182096" cy="720080"/>
          </a:xfrm>
        </p:spPr>
        <p:txBody>
          <a:bodyPr>
            <a:normAutofit fontScale="90000"/>
          </a:bodyPr>
          <a:lstStyle/>
          <a:p>
            <a:pPr algn="just">
              <a:lnSpc>
                <a:spcPct val="90000"/>
              </a:lnSpc>
            </a:pPr>
            <a:r>
              <a:rPr lang="es-ES" sz="2700" b="1" dirty="0">
                <a:latin typeface="+mn-lt"/>
              </a:rPr>
              <a:t>TEMA:</a:t>
            </a:r>
            <a:r>
              <a:rPr lang="es-AR" sz="2700" dirty="0">
                <a:latin typeface="+mn-lt"/>
              </a:rPr>
              <a:t> </a:t>
            </a:r>
            <a:r>
              <a:rPr lang="es-MX" sz="2700" dirty="0">
                <a:latin typeface="+mn-lt"/>
              </a:rPr>
              <a:t>Contribuciones de las organizaciones de ESS al desarrollo económico en la ciudad de Neuquén 2010-2014</a:t>
            </a:r>
            <a:endParaRPr lang="es-ES" dirty="0">
              <a:latin typeface="+mn-lt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474637" y="5369963"/>
            <a:ext cx="1656844" cy="2512897"/>
          </a:xfrm>
          <a:prstGeom prst="rect">
            <a:avLst/>
          </a:pr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CuadroTexto 1"/>
          <p:cNvSpPr txBox="1"/>
          <p:nvPr/>
        </p:nvSpPr>
        <p:spPr>
          <a:xfrm>
            <a:off x="4779037" y="6546701"/>
            <a:ext cx="3076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Fachinetti Guillén, 2015</a:t>
            </a:r>
            <a:r>
              <a:rPr lang="es-ES_tradnl" dirty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9355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562112"/>
              </p:ext>
            </p:extLst>
          </p:nvPr>
        </p:nvGraphicFramePr>
        <p:xfrm>
          <a:off x="179512" y="1556793"/>
          <a:ext cx="8712968" cy="504055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35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307">
                <a:tc>
                  <a:txBody>
                    <a:bodyPr/>
                    <a:lstStyle/>
                    <a:p>
                      <a:r>
                        <a:rPr lang="es-ES_tradnl" sz="1800" dirty="0"/>
                        <a:t>PREGUNTA</a:t>
                      </a:r>
                      <a:r>
                        <a:rPr lang="es-ES_tradnl" sz="1800" baseline="0" dirty="0"/>
                        <a:t> GENERAL/PROBLEMA</a:t>
                      </a:r>
                    </a:p>
                    <a:p>
                      <a:endParaRPr lang="es-ES_tradnl" sz="1600" baseline="0" dirty="0"/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kern="1200" dirty="0"/>
                        <a:t>¿ CÓMO HA SIDO LA OBTENCIÓN DEL PRIMER</a:t>
                      </a:r>
                      <a:r>
                        <a:rPr lang="es-ES_tradnl" sz="1600" kern="1200" baseline="0" dirty="0"/>
                        <a:t> </a:t>
                      </a:r>
                      <a:r>
                        <a:rPr lang="es-ES_tradnl" sz="1600" kern="1200" dirty="0"/>
                        <a:t>EMPLEO DE LOS EGRESADOS UNIVERSITARIOS</a:t>
                      </a:r>
                      <a:r>
                        <a:rPr lang="es-ES_tradnl" sz="1600" kern="1200" baseline="0" dirty="0"/>
                        <a:t> </a:t>
                      </a:r>
                      <a:r>
                        <a:rPr lang="es-ES_tradnl" sz="1600" kern="1200" dirty="0"/>
                        <a:t>DE LA FCE-UNCUYO</a:t>
                      </a:r>
                      <a:r>
                        <a:rPr lang="es-ES_tradnl" sz="1600" kern="1200" baseline="0" dirty="0"/>
                        <a:t> DEL</a:t>
                      </a:r>
                      <a:r>
                        <a:rPr lang="es-ES_tradnl" sz="1600" kern="1200" dirty="0"/>
                        <a:t> AÑO 2008?</a:t>
                      </a:r>
                      <a:endParaRPr lang="es-ES_tradnl" sz="1600" baseline="0" dirty="0"/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s-ES_tradnl" sz="1800" dirty="0"/>
                        <a:t>OBJETIVO GENERAL</a:t>
                      </a:r>
                    </a:p>
                    <a:p>
                      <a:endParaRPr lang="es-ES_tradnl" sz="1600" dirty="0"/>
                    </a:p>
                    <a:p>
                      <a:pPr algn="just"/>
                      <a:r>
                        <a:rPr lang="es-ES_tradnl" sz="1600" dirty="0"/>
                        <a:t>CONOCER</a:t>
                      </a:r>
                      <a:r>
                        <a:rPr lang="es-ES_tradnl" sz="1600" baseline="0" dirty="0"/>
                        <a:t> LAS FORMAS DE OBTENCIÓN DEL PRIMER EMPLEO DE LOS EGRESADOS UNIVERSITARIOS DE LA FCE-UNCUYO DEL AÑO 2008.</a:t>
                      </a:r>
                      <a:endParaRPr lang="es-ES_tradnl" sz="160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7">
                <a:tc>
                  <a:txBody>
                    <a:bodyPr/>
                    <a:lstStyle/>
                    <a:p>
                      <a:r>
                        <a:rPr lang="es-ES_tradnl" sz="1800" dirty="0"/>
                        <a:t>PREGUNTA</a:t>
                      </a:r>
                      <a:r>
                        <a:rPr lang="es-ES_tradnl" sz="1800" baseline="0" dirty="0"/>
                        <a:t> ESPECIFICA CUANTI</a:t>
                      </a:r>
                    </a:p>
                    <a:p>
                      <a:endParaRPr lang="es-ES_tradnl" baseline="0" dirty="0"/>
                    </a:p>
                    <a:p>
                      <a:pPr algn="just"/>
                      <a:r>
                        <a:rPr lang="es-ES_tradnl" sz="1600" dirty="0"/>
                        <a:t>¿Cómo influye el rendimiento académico universitario en las</a:t>
                      </a:r>
                      <a:r>
                        <a:rPr lang="es-ES_tradnl" sz="1600" baseline="0" dirty="0"/>
                        <a:t> oportunidades de empleo para los egresados universitarios en de la FCE- UNCUYO del año 2008?</a:t>
                      </a:r>
                      <a:endParaRPr lang="es-ES_trad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800" dirty="0"/>
                        <a:t>OBJETIVO</a:t>
                      </a:r>
                      <a:r>
                        <a:rPr lang="es-ES_tradnl" sz="1800" baseline="0" dirty="0"/>
                        <a:t> ESPECIFICO CUANTI</a:t>
                      </a:r>
                    </a:p>
                    <a:p>
                      <a:endParaRPr lang="es-ES_tradnl" baseline="0" dirty="0"/>
                    </a:p>
                    <a:p>
                      <a:r>
                        <a:rPr lang="es-ES_tradnl" sz="1600" baseline="0" dirty="0"/>
                        <a:t>Explicar la influencia del rendimiento académico universitario en las oportunidades de la obtención de un empleo para los egresados universitarios de la FCE- UNCUYO del año 2008.</a:t>
                      </a:r>
                      <a:endParaRPr lang="es-ES_tradnl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785">
                <a:tc>
                  <a:txBody>
                    <a:bodyPr/>
                    <a:lstStyle/>
                    <a:p>
                      <a:r>
                        <a:rPr lang="es-ES_tradnl" sz="1800" dirty="0"/>
                        <a:t>PREGUNTA ESPECÍFICA</a:t>
                      </a:r>
                      <a:r>
                        <a:rPr lang="es-ES_tradnl" sz="1800" baseline="0" dirty="0"/>
                        <a:t> CUALI</a:t>
                      </a:r>
                    </a:p>
                    <a:p>
                      <a:endParaRPr lang="es-ES_tradnl" baseline="0" dirty="0"/>
                    </a:p>
                    <a:p>
                      <a:r>
                        <a:rPr lang="es-ES_tradnl" sz="1600" baseline="0" dirty="0"/>
                        <a:t>¿Cómo vivencian  los egresados universitarios de la FCE- UNCUYO (del año 2008), la experiencia de  ingreso al mercado de trabajo?</a:t>
                      </a:r>
                    </a:p>
                    <a:p>
                      <a:endParaRPr lang="es-ES_tradn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800" dirty="0"/>
                        <a:t>OBJETIVO ESPECÍFICO CUALI</a:t>
                      </a:r>
                    </a:p>
                    <a:p>
                      <a:endParaRPr lang="es-ES_tradnl" dirty="0"/>
                    </a:p>
                    <a:p>
                      <a:r>
                        <a:rPr lang="es-ES_tradnl" sz="1600" dirty="0"/>
                        <a:t>Comprender las vivencias experimentadas</a:t>
                      </a:r>
                      <a:r>
                        <a:rPr lang="es-ES_tradnl" sz="1600" baseline="0" dirty="0"/>
                        <a:t> en el ingreso al mercado de trabajo </a:t>
                      </a:r>
                      <a:r>
                        <a:rPr lang="es-ES_tradnl" sz="1600" dirty="0"/>
                        <a:t> de los egresados universitarios de la FCE- UNCUYO en</a:t>
                      </a:r>
                      <a:r>
                        <a:rPr lang="es-ES_tradnl" sz="1600" baseline="0" dirty="0"/>
                        <a:t> e</a:t>
                      </a:r>
                      <a:r>
                        <a:rPr lang="es-ES_tradnl" sz="1600" dirty="0"/>
                        <a:t>l</a:t>
                      </a:r>
                      <a:r>
                        <a:rPr lang="es-ES_tradnl" sz="1600" baseline="0" dirty="0"/>
                        <a:t> año 2008.</a:t>
                      </a:r>
                      <a:endParaRPr lang="es-ES_trad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Agrupar 2"/>
          <p:cNvGrpSpPr/>
          <p:nvPr/>
        </p:nvGrpSpPr>
        <p:grpSpPr>
          <a:xfrm>
            <a:off x="323528" y="188640"/>
            <a:ext cx="8280920" cy="1008112"/>
            <a:chOff x="618263" y="78"/>
            <a:chExt cx="7620456" cy="1196594"/>
          </a:xfrm>
        </p:grpSpPr>
        <p:sp>
          <p:nvSpPr>
            <p:cNvPr id="4" name="Rectángulo redondeado 3"/>
            <p:cNvSpPr/>
            <p:nvPr/>
          </p:nvSpPr>
          <p:spPr>
            <a:xfrm>
              <a:off x="618263" y="78"/>
              <a:ext cx="7620456" cy="1196594"/>
            </a:xfrm>
            <a:prstGeom prst="roundRect">
              <a:avLst>
                <a:gd name="adj" fmla="val 10000"/>
              </a:avLst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Rectángulo 4"/>
            <p:cNvSpPr/>
            <p:nvPr/>
          </p:nvSpPr>
          <p:spPr>
            <a:xfrm>
              <a:off x="653310" y="35126"/>
              <a:ext cx="7550362" cy="56324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3825" tIns="82550" rIns="123825" bIns="82550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800" b="1" dirty="0"/>
                <a:t>Planteamiento del Problema - Abordaje </a:t>
              </a:r>
              <a:r>
                <a:rPr lang="es-ES" sz="2800" b="1" kern="1200" dirty="0"/>
                <a:t>MIXTO</a:t>
              </a:r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323528" y="836712"/>
            <a:ext cx="8352928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Problemáticas en torno primer empleo de los egresados universitarios de la FCE-UNCUYO, en el año 2008.</a:t>
            </a:r>
          </a:p>
        </p:txBody>
      </p:sp>
    </p:spTree>
    <p:extLst>
      <p:ext uri="{BB962C8B-B14F-4D97-AF65-F5344CB8AC3E}">
        <p14:creationId xmlns:p14="http://schemas.microsoft.com/office/powerpoint/2010/main" val="77968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Twentieth Century"/>
              <a:buNone/>
            </a:pPr>
            <a:r>
              <a:rPr lang="es-MX" dirty="0" smtClean="0"/>
              <a:t>Sobre la importancia del preguntar</a:t>
            </a:r>
            <a:endParaRPr dirty="0"/>
          </a:p>
        </p:txBody>
      </p:sp>
      <p:sp>
        <p:nvSpPr>
          <p:cNvPr id="252" name="Google Shape;252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wentieth Century"/>
              <a:buNone/>
            </a:pPr>
            <a:endParaRPr sz="2000" b="0" i="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wentieth Century"/>
              <a:buNone/>
            </a:pPr>
            <a:endParaRPr sz="2000" b="0" i="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wentieth Century"/>
              <a:buNone/>
            </a:pPr>
            <a:endParaRPr sz="2000" b="0" i="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164" y="1535113"/>
            <a:ext cx="3190688" cy="1944216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quarter" idx="4"/>
          </p:nvPr>
        </p:nvSpPr>
        <p:spPr>
          <a:xfrm>
            <a:off x="3647889" y="1013506"/>
            <a:ext cx="5038912" cy="5844494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60000"/>
              </a:lnSpc>
              <a:buFont typeface="Wingdings" panose="05000000000000000000" pitchFamily="2" charset="2"/>
              <a:buChar char="q"/>
            </a:pPr>
            <a:endParaRPr lang="es-MX" sz="2600" dirty="0">
              <a:solidFill>
                <a:schemeClr val="dk1"/>
              </a:solidFill>
              <a:ea typeface="Twentieth Century"/>
              <a:cs typeface="Twentieth Century"/>
              <a:sym typeface="Twentieth Century"/>
            </a:endParaRP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s-MX" sz="2600" dirty="0" smtClean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Ante </a:t>
            </a:r>
            <a:r>
              <a:rPr lang="es-MX" sz="2600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todo es necesario saber plantear problemas. Y dígase lo que se quiera, en la vida científica los problemas no se plantean por sí mismos. Es precisamente este </a:t>
            </a:r>
            <a:r>
              <a:rPr lang="es-MX" sz="2600" i="1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sentido del problema</a:t>
            </a:r>
            <a:r>
              <a:rPr lang="es-MX" sz="2600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 el que sindica el verdadero espíritu científico. </a:t>
            </a:r>
            <a:r>
              <a:rPr lang="es-MX" sz="2600" b="1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Para un espíritu científico todo conocimiento es una respuesta a una pregunta. Si no hubo pregunta, no puede haber conocimiento científico</a:t>
            </a:r>
            <a:r>
              <a:rPr lang="es-MX" sz="2600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. Nada es espontáneo. Nada está dado. Todo se construye (…) En resumen, el hombre animado por el espíritu científico, </a:t>
            </a:r>
            <a:r>
              <a:rPr lang="es-MX" sz="2600" b="1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sin duda desea saber, pero es por lo pronto para interrogar mejor</a:t>
            </a:r>
            <a:r>
              <a:rPr lang="es-MX" sz="2600" dirty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” </a:t>
            </a:r>
            <a:r>
              <a:rPr lang="es-MX" sz="2600" dirty="0" smtClean="0">
                <a:solidFill>
                  <a:schemeClr val="dk1"/>
                </a:solidFill>
                <a:ea typeface="Twentieth Century"/>
                <a:cs typeface="Twentieth Century"/>
                <a:sym typeface="Twentieth Century"/>
              </a:rPr>
              <a:t>(pp. 16-19).</a:t>
            </a:r>
            <a:endParaRPr lang="es-MX" sz="2600" dirty="0"/>
          </a:p>
          <a:p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457200" y="3933056"/>
            <a:ext cx="31646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Gastón </a:t>
            </a:r>
            <a:r>
              <a:rPr lang="es-MX" sz="1600" dirty="0" err="1" smtClean="0"/>
              <a:t>Bachelard</a:t>
            </a:r>
            <a:r>
              <a:rPr lang="es-MX" sz="1600" dirty="0" smtClean="0"/>
              <a:t> (1884-1962). Filósofo francés. Se dedicó a la epistemología y la historia de las ciencias.</a:t>
            </a:r>
          </a:p>
          <a:p>
            <a:endParaRPr lang="es-MX" sz="1600" dirty="0" smtClean="0"/>
          </a:p>
          <a:p>
            <a:r>
              <a:rPr lang="es-MX" sz="1600" dirty="0" smtClean="0"/>
              <a:t>La cita que compartimos es de su libro </a:t>
            </a:r>
            <a:r>
              <a:rPr lang="es-MX" sz="1600" i="1" dirty="0" smtClean="0"/>
              <a:t>La formación del espíritu científico. Para un psicoanálisis del conocimiento objetivo</a:t>
            </a:r>
            <a:r>
              <a:rPr lang="es-MX" sz="1600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92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Bibliografía para el planteamiento del problema de investigación: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s-MX" dirty="0"/>
              <a:t>BASSI, J. (2015). </a:t>
            </a:r>
            <a:r>
              <a:rPr lang="es-MX" i="1" dirty="0" smtClean="0"/>
              <a:t>Formulación </a:t>
            </a:r>
            <a:r>
              <a:rPr lang="es-MX" i="1" dirty="0"/>
              <a:t>de proyectos de tesis en ciencias sociales. Manual de supervivencia para estudiantes de pre- y posgrado</a:t>
            </a:r>
            <a:r>
              <a:rPr lang="es-MX" dirty="0"/>
              <a:t>. Santiago de Chile, El Buen </a:t>
            </a:r>
            <a:r>
              <a:rPr lang="es-MX" dirty="0" smtClean="0"/>
              <a:t>Aire (B2.10</a:t>
            </a:r>
            <a:r>
              <a:rPr lang="es-MX" dirty="0"/>
              <a:t>. La formulación del problema de </a:t>
            </a:r>
            <a:r>
              <a:rPr lang="es-MX" dirty="0" smtClean="0"/>
              <a:t>investigación). </a:t>
            </a:r>
          </a:p>
          <a:p>
            <a:r>
              <a:rPr lang="es-MX" dirty="0" smtClean="0"/>
              <a:t>MARRADI</a:t>
            </a:r>
            <a:r>
              <a:rPr lang="es-MX" dirty="0"/>
              <a:t>, A; ARCHENTI, N.; PIOVANI, J.I. (2007) </a:t>
            </a:r>
            <a:r>
              <a:rPr lang="es-MX" i="1" dirty="0"/>
              <a:t>Metodología de las ciencias sociales</a:t>
            </a:r>
            <a:r>
              <a:rPr lang="es-MX" dirty="0"/>
              <a:t>. Buenos Aires, </a:t>
            </a:r>
            <a:r>
              <a:rPr lang="es-MX" dirty="0" err="1"/>
              <a:t>Cengage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Argentina (apartado 5.3 del capítulo 5, pp. 77-82).</a:t>
            </a:r>
          </a:p>
          <a:p>
            <a:r>
              <a:rPr lang="es-MX" dirty="0"/>
              <a:t>ROJAS SORIANO, R. (2013). </a:t>
            </a:r>
            <a:r>
              <a:rPr lang="es-MX" i="1" dirty="0"/>
              <a:t>Guía para realizar investigaciones sociales</a:t>
            </a:r>
            <a:r>
              <a:rPr lang="es-MX" dirty="0"/>
              <a:t>. México: Plaza y Valdés (Capítulo IV).</a:t>
            </a:r>
          </a:p>
          <a:p>
            <a:r>
              <a:rPr lang="es-MX" dirty="0"/>
              <a:t>YNOUB, R. </a:t>
            </a:r>
            <a:r>
              <a:rPr lang="es-MX" i="1" dirty="0"/>
              <a:t>El proyecto y la metodología de la investigación</a:t>
            </a:r>
            <a:r>
              <a:rPr lang="es-MX" dirty="0"/>
              <a:t>. Buenos Aires: </a:t>
            </a:r>
            <a:r>
              <a:rPr lang="es-MX" dirty="0" err="1"/>
              <a:t>Cengage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, (Capítulo III).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315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5100</TotalTime>
  <Words>1494</Words>
  <Application>Microsoft Office PowerPoint</Application>
  <PresentationFormat>Presentación en pantalla (4:3)</PresentationFormat>
  <Paragraphs>189</Paragraphs>
  <Slides>17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Twentieth Century</vt:lpstr>
      <vt:lpstr>Wingdings</vt:lpstr>
      <vt:lpstr>Tema de Office</vt:lpstr>
      <vt:lpstr>Planteo del problema: preguntas y objetivos de investigación. </vt:lpstr>
      <vt:lpstr>Presentación de PowerPoint</vt:lpstr>
      <vt:lpstr>El proceso de investigación</vt:lpstr>
      <vt:lpstr>De lo abstracto a lo concreto de lo general a lo específico</vt:lpstr>
      <vt:lpstr>Presentación de PowerPoint</vt:lpstr>
      <vt:lpstr>El PROBLEMA como RUPTURA   Pasar del problema social al problema propio de la disciplina. </vt:lpstr>
      <vt:lpstr>En torno al PROBLEMA se despliega la producción de nuevo conocimiento </vt:lpstr>
      <vt:lpstr>Presentación de PowerPoint</vt:lpstr>
      <vt:lpstr>Presentación de PowerPoint</vt:lpstr>
      <vt:lpstr>LA DELIMITACIÓN DE UN PROBLEMA CONLLEVA LA FORMULACIÓN DE OBJETIVOS DE LA INVESTIGACIÓN</vt:lpstr>
      <vt:lpstr>Una pregunta de investigación es pertinente si … </vt:lpstr>
      <vt:lpstr>Un objetivo de investigación es pertinente si …</vt:lpstr>
      <vt:lpstr>TEMA: Análisis del comportamiento de las variables implicadas en las cohortes ingresantes en la Facultad de Ciencias Económicas, período 2010-2016.</vt:lpstr>
      <vt:lpstr>TEMA: Contribuciones de las organizaciones de ESS al desarrollo económico en la ciudad de Neuquén 2010-2014</vt:lpstr>
      <vt:lpstr>Presentación de PowerPoint</vt:lpstr>
      <vt:lpstr>Sobre la importancia del preguntar</vt:lpstr>
      <vt:lpstr>Bibliografía para el planteamiento del problema de investigación: 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sorteado:</dc:title>
  <dc:creator>HP</dc:creator>
  <cp:lastModifiedBy>Alejandra</cp:lastModifiedBy>
  <cp:revision>130</cp:revision>
  <dcterms:created xsi:type="dcterms:W3CDTF">2018-06-21T20:40:30Z</dcterms:created>
  <dcterms:modified xsi:type="dcterms:W3CDTF">2025-03-30T16:53:22Z</dcterms:modified>
</cp:coreProperties>
</file>